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8" r:id="rId3"/>
    <p:sldId id="260" r:id="rId4"/>
    <p:sldId id="261" r:id="rId5"/>
    <p:sldId id="265" r:id="rId6"/>
    <p:sldId id="262" r:id="rId7"/>
    <p:sldId id="266" r:id="rId8"/>
    <p:sldId id="275" r:id="rId9"/>
    <p:sldId id="276" r:id="rId10"/>
    <p:sldId id="277" r:id="rId11"/>
    <p:sldId id="278" r:id="rId12"/>
    <p:sldId id="267" r:id="rId13"/>
    <p:sldId id="271" r:id="rId14"/>
    <p:sldId id="269" r:id="rId15"/>
    <p:sldId id="270" r:id="rId16"/>
    <p:sldId id="273" r:id="rId17"/>
    <p:sldId id="279" r:id="rId18"/>
    <p:sldId id="27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E13AAF-BA6A-49A7-AB1C-375ACEA9DBEE}" v="2184" dt="2026-10-02T04:02:51.0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강창범" userId="6a7447b3-2e50-499e-b487-9c847021f407" providerId="ADAL" clId="{0F6DE7C8-21E1-4685-BBC5-313C75EB2FBA}"/>
    <pc:docChg chg="undo custSel addSld delSld modSld sldOrd modMainMaster">
      <pc:chgData name="강창범" userId="6a7447b3-2e50-499e-b487-9c847021f407" providerId="ADAL" clId="{0F6DE7C8-21E1-4685-BBC5-313C75EB2FBA}" dt="2026-10-02T07:59:16.776" v="5459" actId="20577"/>
      <pc:docMkLst>
        <pc:docMk/>
      </pc:docMkLst>
      <pc:sldChg chg="addSp delSp modSp new mod modClrScheme chgLayout">
        <pc:chgData name="강창범" userId="6a7447b3-2e50-499e-b487-9c847021f407" providerId="ADAL" clId="{0F6DE7C8-21E1-4685-BBC5-313C75EB2FBA}" dt="2026-10-01T08:20:39.550" v="3012" actId="1076"/>
        <pc:sldMkLst>
          <pc:docMk/>
          <pc:sldMk cId="422295306" sldId="256"/>
        </pc:sldMkLst>
        <pc:spChg chg="del mod ord">
          <ac:chgData name="강창범" userId="6a7447b3-2e50-499e-b487-9c847021f407" providerId="ADAL" clId="{0F6DE7C8-21E1-4685-BBC5-313C75EB2FBA}" dt="2026-10-01T05:42:26.717" v="15" actId="700"/>
          <ac:spMkLst>
            <pc:docMk/>
            <pc:sldMk cId="422295306" sldId="256"/>
            <ac:spMk id="2" creationId="{46D86C89-09D0-5097-EA26-801646F25ED7}"/>
          </ac:spMkLst>
        </pc:spChg>
        <pc:spChg chg="del mod ord">
          <ac:chgData name="강창범" userId="6a7447b3-2e50-499e-b487-9c847021f407" providerId="ADAL" clId="{0F6DE7C8-21E1-4685-BBC5-313C75EB2FBA}" dt="2026-10-01T05:42:26.717" v="15" actId="700"/>
          <ac:spMkLst>
            <pc:docMk/>
            <pc:sldMk cId="422295306" sldId="256"/>
            <ac:spMk id="3" creationId="{94DA4F3C-C828-2B5D-ADD7-11FC22BE0988}"/>
          </ac:spMkLst>
        </pc:spChg>
        <pc:spChg chg="mod ord">
          <ac:chgData name="강창범" userId="6a7447b3-2e50-499e-b487-9c847021f407" providerId="ADAL" clId="{0F6DE7C8-21E1-4685-BBC5-313C75EB2FBA}" dt="2026-10-01T05:42:29.234" v="16" actId="700"/>
          <ac:spMkLst>
            <pc:docMk/>
            <pc:sldMk cId="422295306" sldId="256"/>
            <ac:spMk id="4" creationId="{26F27351-8B15-7C7E-2F3F-1BDEB622B477}"/>
          </ac:spMkLst>
        </pc:spChg>
        <pc:spChg chg="add del mod ord">
          <ac:chgData name="강창범" userId="6a7447b3-2e50-499e-b487-9c847021f407" providerId="ADAL" clId="{0F6DE7C8-21E1-4685-BBC5-313C75EB2FBA}" dt="2026-10-01T05:42:29.234" v="16" actId="700"/>
          <ac:spMkLst>
            <pc:docMk/>
            <pc:sldMk cId="422295306" sldId="256"/>
            <ac:spMk id="5" creationId="{1288C7D4-B34C-0C02-15CF-DAE566B715A3}"/>
          </ac:spMkLst>
        </pc:spChg>
        <pc:spChg chg="add del mod ord">
          <ac:chgData name="강창범" userId="6a7447b3-2e50-499e-b487-9c847021f407" providerId="ADAL" clId="{0F6DE7C8-21E1-4685-BBC5-313C75EB2FBA}" dt="2026-10-01T05:42:29.234" v="16" actId="700"/>
          <ac:spMkLst>
            <pc:docMk/>
            <pc:sldMk cId="422295306" sldId="256"/>
            <ac:spMk id="6" creationId="{B600B55D-75E1-5184-4446-A9C99B489FA0}"/>
          </ac:spMkLst>
        </pc:spChg>
        <pc:spChg chg="add del mod ord">
          <ac:chgData name="강창범" userId="6a7447b3-2e50-499e-b487-9c847021f407" providerId="ADAL" clId="{0F6DE7C8-21E1-4685-BBC5-313C75EB2FBA}" dt="2026-10-01T05:53:22.164" v="62" actId="700"/>
          <ac:spMkLst>
            <pc:docMk/>
            <pc:sldMk cId="422295306" sldId="256"/>
            <ac:spMk id="7" creationId="{070A0765-6DAD-99AF-D4B6-FAC1628B6CDD}"/>
          </ac:spMkLst>
        </pc:spChg>
        <pc:spChg chg="add del mod ord">
          <ac:chgData name="강창범" userId="6a7447b3-2e50-499e-b487-9c847021f407" providerId="ADAL" clId="{0F6DE7C8-21E1-4685-BBC5-313C75EB2FBA}" dt="2026-10-01T05:53:22.164" v="62" actId="700"/>
          <ac:spMkLst>
            <pc:docMk/>
            <pc:sldMk cId="422295306" sldId="256"/>
            <ac:spMk id="8" creationId="{BDE11DA0-28B6-E8B1-172B-74C031A55F60}"/>
          </ac:spMkLst>
        </pc:spChg>
        <pc:spChg chg="add mod ord">
          <ac:chgData name="강창범" userId="6a7447b3-2e50-499e-b487-9c847021f407" providerId="ADAL" clId="{0F6DE7C8-21E1-4685-BBC5-313C75EB2FBA}" dt="2026-10-01T06:06:54.544" v="177"/>
          <ac:spMkLst>
            <pc:docMk/>
            <pc:sldMk cId="422295306" sldId="256"/>
            <ac:spMk id="9" creationId="{27A82F6B-D32B-0ECE-19FC-82AAA5F3CDCF}"/>
          </ac:spMkLst>
        </pc:spChg>
        <pc:spChg chg="add del mod ord">
          <ac:chgData name="강창범" userId="6a7447b3-2e50-499e-b487-9c847021f407" providerId="ADAL" clId="{0F6DE7C8-21E1-4685-BBC5-313C75EB2FBA}" dt="2026-10-01T06:31:46.641" v="596" actId="20577"/>
          <ac:spMkLst>
            <pc:docMk/>
            <pc:sldMk cId="422295306" sldId="256"/>
            <ac:spMk id="10" creationId="{A86D488C-B0D9-A8C9-D456-4858FF0C1815}"/>
          </ac:spMkLst>
        </pc:spChg>
        <pc:spChg chg="add del mod">
          <ac:chgData name="강창범" userId="6a7447b3-2e50-499e-b487-9c847021f407" providerId="ADAL" clId="{0F6DE7C8-21E1-4685-BBC5-313C75EB2FBA}" dt="2026-10-01T06:07:06.492" v="179" actId="478"/>
          <ac:spMkLst>
            <pc:docMk/>
            <pc:sldMk cId="422295306" sldId="256"/>
            <ac:spMk id="11" creationId="{1F3A1D43-075A-005E-2B76-5BED2EFC7AD8}"/>
          </ac:spMkLst>
        </pc:spChg>
        <pc:spChg chg="add del">
          <ac:chgData name="강창범" userId="6a7447b3-2e50-499e-b487-9c847021f407" providerId="ADAL" clId="{0F6DE7C8-21E1-4685-BBC5-313C75EB2FBA}" dt="2026-10-01T05:54:30.147" v="78" actId="22"/>
          <ac:spMkLst>
            <pc:docMk/>
            <pc:sldMk cId="422295306" sldId="256"/>
            <ac:spMk id="13" creationId="{BC21C389-4D37-2336-2512-1F86081A49DD}"/>
          </ac:spMkLst>
        </pc:spChg>
        <pc:spChg chg="add del mod">
          <ac:chgData name="강창범" userId="6a7447b3-2e50-499e-b487-9c847021f407" providerId="ADAL" clId="{0F6DE7C8-21E1-4685-BBC5-313C75EB2FBA}" dt="2026-10-01T06:07:13.647" v="187" actId="767"/>
          <ac:spMkLst>
            <pc:docMk/>
            <pc:sldMk cId="422295306" sldId="256"/>
            <ac:spMk id="14" creationId="{19D28400-859E-FB28-C9C0-57FCB5CD6577}"/>
          </ac:spMkLst>
        </pc:spChg>
        <pc:spChg chg="add">
          <ac:chgData name="강창범" userId="6a7447b3-2e50-499e-b487-9c847021f407" providerId="ADAL" clId="{0F6DE7C8-21E1-4685-BBC5-313C75EB2FBA}" dt="2026-10-01T06:07:55.910" v="197" actId="11529"/>
          <ac:spMkLst>
            <pc:docMk/>
            <pc:sldMk cId="422295306" sldId="256"/>
            <ac:spMk id="15" creationId="{37E8D01D-3BBB-9B28-9AED-AD1BBB52D708}"/>
          </ac:spMkLst>
        </pc:spChg>
        <pc:spChg chg="add mod">
          <ac:chgData name="강창범" userId="6a7447b3-2e50-499e-b487-9c847021f407" providerId="ADAL" clId="{0F6DE7C8-21E1-4685-BBC5-313C75EB2FBA}" dt="2026-10-01T06:08:00.825" v="199" actId="1076"/>
          <ac:spMkLst>
            <pc:docMk/>
            <pc:sldMk cId="422295306" sldId="256"/>
            <ac:spMk id="16" creationId="{63BB2682-A57C-C0CE-FC7B-E00DB125C384}"/>
          </ac:spMkLst>
        </pc:spChg>
        <pc:spChg chg="add mod">
          <ac:chgData name="강창범" userId="6a7447b3-2e50-499e-b487-9c847021f407" providerId="ADAL" clId="{0F6DE7C8-21E1-4685-BBC5-313C75EB2FBA}" dt="2026-10-01T06:08:20.582" v="210" actId="1076"/>
          <ac:spMkLst>
            <pc:docMk/>
            <pc:sldMk cId="422295306" sldId="256"/>
            <ac:spMk id="19" creationId="{78C08067-2167-EDAF-4FDE-57AB00ABC4B2}"/>
          </ac:spMkLst>
        </pc:spChg>
        <pc:spChg chg="add mod">
          <ac:chgData name="강창범" userId="6a7447b3-2e50-499e-b487-9c847021f407" providerId="ADAL" clId="{0F6DE7C8-21E1-4685-BBC5-313C75EB2FBA}" dt="2026-10-01T06:08:30.121" v="222" actId="20577"/>
          <ac:spMkLst>
            <pc:docMk/>
            <pc:sldMk cId="422295306" sldId="256"/>
            <ac:spMk id="20" creationId="{D5BC8BD4-FB82-610A-DEF4-3FC359B7E051}"/>
          </ac:spMkLst>
        </pc:spChg>
        <pc:spChg chg="add mod">
          <ac:chgData name="강창범" userId="6a7447b3-2e50-499e-b487-9c847021f407" providerId="ADAL" clId="{0F6DE7C8-21E1-4685-BBC5-313C75EB2FBA}" dt="2026-10-01T06:10:46.517" v="430" actId="15"/>
          <ac:spMkLst>
            <pc:docMk/>
            <pc:sldMk cId="422295306" sldId="256"/>
            <ac:spMk id="21" creationId="{38E59D61-34C3-068D-BD86-AC22B02E9DE5}"/>
          </ac:spMkLst>
        </pc:spChg>
        <pc:picChg chg="add del mod">
          <ac:chgData name="강창범" userId="6a7447b3-2e50-499e-b487-9c847021f407" providerId="ADAL" clId="{0F6DE7C8-21E1-4685-BBC5-313C75EB2FBA}" dt="2026-10-01T08:20:09.089" v="3004" actId="478"/>
          <ac:picMkLst>
            <pc:docMk/>
            <pc:sldMk cId="422295306" sldId="256"/>
            <ac:picMk id="23" creationId="{824EE7C4-C040-7FE0-7407-278710CC4B37}"/>
          </ac:picMkLst>
        </pc:picChg>
        <pc:picChg chg="add del mod">
          <ac:chgData name="강창범" userId="6a7447b3-2e50-499e-b487-9c847021f407" providerId="ADAL" clId="{0F6DE7C8-21E1-4685-BBC5-313C75EB2FBA}" dt="2026-10-01T08:20:34.622" v="3008" actId="478"/>
          <ac:picMkLst>
            <pc:docMk/>
            <pc:sldMk cId="422295306" sldId="256"/>
            <ac:picMk id="25" creationId="{B78DA2AC-C3F8-FE17-C00E-0D76CBF84657}"/>
          </ac:picMkLst>
        </pc:picChg>
        <pc:picChg chg="add mod">
          <ac:chgData name="강창범" userId="6a7447b3-2e50-499e-b487-9c847021f407" providerId="ADAL" clId="{0F6DE7C8-21E1-4685-BBC5-313C75EB2FBA}" dt="2026-10-01T08:20:39.550" v="3012" actId="1076"/>
          <ac:picMkLst>
            <pc:docMk/>
            <pc:sldMk cId="422295306" sldId="256"/>
            <ac:picMk id="27" creationId="{F71DBDCD-5F3E-007C-4A18-84D36C031FA9}"/>
          </ac:picMkLst>
        </pc:picChg>
        <pc:cxnChg chg="add">
          <ac:chgData name="강창범" userId="6a7447b3-2e50-499e-b487-9c847021f407" providerId="ADAL" clId="{0F6DE7C8-21E1-4685-BBC5-313C75EB2FBA}" dt="2026-10-01T06:08:09.196" v="200" actId="11529"/>
          <ac:cxnSpMkLst>
            <pc:docMk/>
            <pc:sldMk cId="422295306" sldId="256"/>
            <ac:cxnSpMk id="18" creationId="{F7CC0F9F-4342-8F5E-1E43-050D844BF209}"/>
          </ac:cxnSpMkLst>
        </pc:cxnChg>
      </pc:sldChg>
      <pc:sldChg chg="addSp delSp modSp new del mod chgLayout">
        <pc:chgData name="강창범" userId="6a7447b3-2e50-499e-b487-9c847021f407" providerId="ADAL" clId="{0F6DE7C8-21E1-4685-BBC5-313C75EB2FBA}" dt="2026-10-01T05:42:40.110" v="20" actId="47"/>
        <pc:sldMkLst>
          <pc:docMk/>
          <pc:sldMk cId="487309546" sldId="257"/>
        </pc:sldMkLst>
        <pc:spChg chg="del">
          <ac:chgData name="강창범" userId="6a7447b3-2e50-499e-b487-9c847021f407" providerId="ADAL" clId="{0F6DE7C8-21E1-4685-BBC5-313C75EB2FBA}" dt="2026-10-01T05:42:35.424" v="18" actId="700"/>
          <ac:spMkLst>
            <pc:docMk/>
            <pc:sldMk cId="487309546" sldId="257"/>
            <ac:spMk id="2" creationId="{501570C1-0A8C-7965-9E5B-08C33996E0B8}"/>
          </ac:spMkLst>
        </pc:spChg>
        <pc:spChg chg="del">
          <ac:chgData name="강창범" userId="6a7447b3-2e50-499e-b487-9c847021f407" providerId="ADAL" clId="{0F6DE7C8-21E1-4685-BBC5-313C75EB2FBA}" dt="2026-10-01T05:42:35.424" v="18" actId="700"/>
          <ac:spMkLst>
            <pc:docMk/>
            <pc:sldMk cId="487309546" sldId="257"/>
            <ac:spMk id="3" creationId="{588AF9B7-FE66-A3EA-4A2F-A7F9177BBE5E}"/>
          </ac:spMkLst>
        </pc:spChg>
        <pc:spChg chg="mod ord">
          <ac:chgData name="강창범" userId="6a7447b3-2e50-499e-b487-9c847021f407" providerId="ADAL" clId="{0F6DE7C8-21E1-4685-BBC5-313C75EB2FBA}" dt="2026-10-01T05:42:35.424" v="18" actId="700"/>
          <ac:spMkLst>
            <pc:docMk/>
            <pc:sldMk cId="487309546" sldId="257"/>
            <ac:spMk id="4" creationId="{16FBE784-F456-FA88-B868-E18E81CD2950}"/>
          </ac:spMkLst>
        </pc:spChg>
        <pc:spChg chg="add mod ord">
          <ac:chgData name="강창범" userId="6a7447b3-2e50-499e-b487-9c847021f407" providerId="ADAL" clId="{0F6DE7C8-21E1-4685-BBC5-313C75EB2FBA}" dt="2026-10-01T05:42:35.424" v="18" actId="700"/>
          <ac:spMkLst>
            <pc:docMk/>
            <pc:sldMk cId="487309546" sldId="257"/>
            <ac:spMk id="5" creationId="{37AE0282-57D2-032F-52CB-854B723F3923}"/>
          </ac:spMkLst>
        </pc:spChg>
        <pc:spChg chg="add mod ord">
          <ac:chgData name="강창범" userId="6a7447b3-2e50-499e-b487-9c847021f407" providerId="ADAL" clId="{0F6DE7C8-21E1-4685-BBC5-313C75EB2FBA}" dt="2026-10-01T05:42:35.424" v="18" actId="700"/>
          <ac:spMkLst>
            <pc:docMk/>
            <pc:sldMk cId="487309546" sldId="257"/>
            <ac:spMk id="6" creationId="{9ABF5B31-865B-C631-0E46-15AF6424A5E3}"/>
          </ac:spMkLst>
        </pc:spChg>
      </pc:sldChg>
      <pc:sldChg chg="new del">
        <pc:chgData name="강창범" userId="6a7447b3-2e50-499e-b487-9c847021f407" providerId="ADAL" clId="{0F6DE7C8-21E1-4685-BBC5-313C75EB2FBA}" dt="2026-10-01T05:40:01.808" v="14" actId="47"/>
        <pc:sldMkLst>
          <pc:docMk/>
          <pc:sldMk cId="1398480094" sldId="257"/>
        </pc:sldMkLst>
      </pc:sldChg>
      <pc:sldChg chg="addSp delSp modSp add del mod ord setBg modClrScheme delDesignElem chgLayout">
        <pc:chgData name="강창범" userId="6a7447b3-2e50-499e-b487-9c847021f407" providerId="ADAL" clId="{0F6DE7C8-21E1-4685-BBC5-313C75EB2FBA}" dt="2026-10-01T06:19:05.025" v="445" actId="47"/>
        <pc:sldMkLst>
          <pc:docMk/>
          <pc:sldMk cId="3731284970" sldId="257"/>
        </pc:sldMkLst>
        <pc:spChg chg="add mod ord">
          <ac:chgData name="강창범" userId="6a7447b3-2e50-499e-b487-9c847021f407" providerId="ADAL" clId="{0F6DE7C8-21E1-4685-BBC5-313C75EB2FBA}" dt="2026-10-01T05:57:47.291" v="151" actId="700"/>
          <ac:spMkLst>
            <pc:docMk/>
            <pc:sldMk cId="3731284970" sldId="257"/>
            <ac:spMk id="3" creationId="{7F28BF59-327F-58C2-49E6-97D2AD49D68A}"/>
          </ac:spMkLst>
        </pc:spChg>
        <pc:spChg chg="mod ord">
          <ac:chgData name="강창범" userId="6a7447b3-2e50-499e-b487-9c847021f407" providerId="ADAL" clId="{0F6DE7C8-21E1-4685-BBC5-313C75EB2FBA}" dt="2026-10-01T05:57:47.291" v="151" actId="700"/>
          <ac:spMkLst>
            <pc:docMk/>
            <pc:sldMk cId="3731284970" sldId="257"/>
            <ac:spMk id="9" creationId="{8F0A70B8-2D80-2BE6-8298-F6A11DF23CC3}"/>
          </ac:spMkLst>
        </pc:spChg>
        <pc:spChg chg="del">
          <ac:chgData name="강창범" userId="6a7447b3-2e50-499e-b487-9c847021f407" providerId="ADAL" clId="{0F6DE7C8-21E1-4685-BBC5-313C75EB2FBA}" dt="2026-10-01T05:55:00.099" v="103" actId="478"/>
          <ac:spMkLst>
            <pc:docMk/>
            <pc:sldMk cId="3731284970" sldId="257"/>
            <ac:spMk id="10" creationId="{807C27B0-E80E-4DA6-459D-489819A67348}"/>
          </ac:spMkLst>
        </pc:spChg>
        <pc:spChg chg="add del">
          <ac:chgData name="강창범" userId="6a7447b3-2e50-499e-b487-9c847021f407" providerId="ADAL" clId="{0F6DE7C8-21E1-4685-BBC5-313C75EB2FBA}" dt="2026-10-01T05:55:29.283" v="135" actId="478"/>
          <ac:spMkLst>
            <pc:docMk/>
            <pc:sldMk cId="3731284970" sldId="257"/>
            <ac:spMk id="11" creationId="{8285B1BB-D99D-D77B-2820-7F0C1384810D}"/>
          </ac:spMkLst>
        </pc:spChg>
        <pc:spChg chg="add del">
          <ac:chgData name="강창범" userId="6a7447b3-2e50-499e-b487-9c847021f407" providerId="ADAL" clId="{0F6DE7C8-21E1-4685-BBC5-313C75EB2FBA}" dt="2026-10-01T05:57:47.291" v="151" actId="700"/>
          <ac:spMkLst>
            <pc:docMk/>
            <pc:sldMk cId="3731284970" sldId="257"/>
            <ac:spMk id="14" creationId="{BA79A7CF-01AF-4178-9369-94E0C90EB046}"/>
          </ac:spMkLst>
        </pc:spChg>
        <pc:spChg chg="add del">
          <ac:chgData name="강창범" userId="6a7447b3-2e50-499e-b487-9c847021f407" providerId="ADAL" clId="{0F6DE7C8-21E1-4685-BBC5-313C75EB2FBA}" dt="2026-10-01T05:57:47.291" v="151" actId="700"/>
          <ac:spMkLst>
            <pc:docMk/>
            <pc:sldMk cId="3731284970" sldId="257"/>
            <ac:spMk id="16" creationId="{99413ED5-9ED4-4772-BCE4-2BCAE6B12E35}"/>
          </ac:spMkLst>
        </pc:spChg>
        <pc:spChg chg="add del">
          <ac:chgData name="강창범" userId="6a7447b3-2e50-499e-b487-9c847021f407" providerId="ADAL" clId="{0F6DE7C8-21E1-4685-BBC5-313C75EB2FBA}" dt="2026-10-01T05:57:47.291" v="151" actId="700"/>
          <ac:spMkLst>
            <pc:docMk/>
            <pc:sldMk cId="3731284970" sldId="257"/>
            <ac:spMk id="18" creationId="{04357C93-F0CB-4A1C-8F77-4E9063789819}"/>
          </ac:spMkLst>
        </pc:spChg>
        <pc:spChg chg="add del">
          <ac:chgData name="강창범" userId="6a7447b3-2e50-499e-b487-9c847021f407" providerId="ADAL" clId="{0F6DE7C8-21E1-4685-BBC5-313C75EB2FBA}" dt="2026-10-01T05:57:47.291" v="151" actId="700"/>
          <ac:spMkLst>
            <pc:docMk/>
            <pc:sldMk cId="3731284970" sldId="257"/>
            <ac:spMk id="20" creationId="{90F533E9-6690-41A8-A372-4C6C622D028D}"/>
          </ac:spMkLst>
        </pc:spChg>
        <pc:graphicFrameChg chg="add mod">
          <ac:chgData name="강창범" userId="6a7447b3-2e50-499e-b487-9c847021f407" providerId="ADAL" clId="{0F6DE7C8-21E1-4685-BBC5-313C75EB2FBA}" dt="2026-10-01T05:55:42.392" v="136"/>
          <ac:graphicFrameMkLst>
            <pc:docMk/>
            <pc:sldMk cId="3731284970" sldId="257"/>
            <ac:graphicFrameMk id="4" creationId="{779709CB-AB17-BCF2-5D3B-03230E6116EA}"/>
          </ac:graphicFrameMkLst>
        </pc:graphicFrameChg>
        <pc:graphicFrameChg chg="add modGraphic">
          <ac:chgData name="강창범" userId="6a7447b3-2e50-499e-b487-9c847021f407" providerId="ADAL" clId="{0F6DE7C8-21E1-4685-BBC5-313C75EB2FBA}" dt="2026-10-01T05:56:36.821" v="141" actId="255"/>
          <ac:graphicFrameMkLst>
            <pc:docMk/>
            <pc:sldMk cId="3731284970" sldId="257"/>
            <ac:graphicFrameMk id="12" creationId="{779709CB-AB17-BCF2-5D3B-03230E6116EA}"/>
          </ac:graphicFrameMkLst>
        </pc:graphicFrameChg>
      </pc:sldChg>
      <pc:sldChg chg="addSp delSp add del setBg delDesignElem">
        <pc:chgData name="강창범" userId="6a7447b3-2e50-499e-b487-9c847021f407" providerId="ADAL" clId="{0F6DE7C8-21E1-4685-BBC5-313C75EB2FBA}" dt="2026-10-01T05:57:10.243" v="144"/>
        <pc:sldMkLst>
          <pc:docMk/>
          <pc:sldMk cId="305834835" sldId="258"/>
        </pc:sldMkLst>
        <pc:spChg chg="add del">
          <ac:chgData name="강창범" userId="6a7447b3-2e50-499e-b487-9c847021f407" providerId="ADAL" clId="{0F6DE7C8-21E1-4685-BBC5-313C75EB2FBA}" dt="2026-10-01T05:57:10.243" v="144"/>
          <ac:spMkLst>
            <pc:docMk/>
            <pc:sldMk cId="305834835" sldId="258"/>
            <ac:spMk id="14" creationId="{0D7C91A5-6547-7AF8-FB54-2DCFCC4EF74E}"/>
          </ac:spMkLst>
        </pc:spChg>
        <pc:spChg chg="add del">
          <ac:chgData name="강창범" userId="6a7447b3-2e50-499e-b487-9c847021f407" providerId="ADAL" clId="{0F6DE7C8-21E1-4685-BBC5-313C75EB2FBA}" dt="2026-10-01T05:57:10.243" v="144"/>
          <ac:spMkLst>
            <pc:docMk/>
            <pc:sldMk cId="305834835" sldId="258"/>
            <ac:spMk id="16" creationId="{C90AEAE8-220D-BC8A-AD22-1B3770541812}"/>
          </ac:spMkLst>
        </pc:spChg>
        <pc:spChg chg="add del">
          <ac:chgData name="강창범" userId="6a7447b3-2e50-499e-b487-9c847021f407" providerId="ADAL" clId="{0F6DE7C8-21E1-4685-BBC5-313C75EB2FBA}" dt="2026-10-01T05:57:10.243" v="144"/>
          <ac:spMkLst>
            <pc:docMk/>
            <pc:sldMk cId="305834835" sldId="258"/>
            <ac:spMk id="18" creationId="{BAFF879E-7672-8347-6753-33CCB04B4805}"/>
          </ac:spMkLst>
        </pc:spChg>
        <pc:spChg chg="add del">
          <ac:chgData name="강창범" userId="6a7447b3-2e50-499e-b487-9c847021f407" providerId="ADAL" clId="{0F6DE7C8-21E1-4685-BBC5-313C75EB2FBA}" dt="2026-10-01T05:57:10.243" v="144"/>
          <ac:spMkLst>
            <pc:docMk/>
            <pc:sldMk cId="305834835" sldId="258"/>
            <ac:spMk id="20" creationId="{D676F094-9034-C06F-56DF-8A881079211D}"/>
          </ac:spMkLst>
        </pc:spChg>
      </pc:sldChg>
      <pc:sldChg chg="new del">
        <pc:chgData name="강창범" userId="6a7447b3-2e50-499e-b487-9c847021f407" providerId="ADAL" clId="{0F6DE7C8-21E1-4685-BBC5-313C75EB2FBA}" dt="2026-10-01T05:42:40.714" v="21" actId="47"/>
        <pc:sldMkLst>
          <pc:docMk/>
          <pc:sldMk cId="999205262" sldId="258"/>
        </pc:sldMkLst>
      </pc:sldChg>
      <pc:sldChg chg="addSp delSp modSp add del mod modClrScheme delDesignElem chgLayout">
        <pc:chgData name="강창범" userId="6a7447b3-2e50-499e-b487-9c847021f407" providerId="ADAL" clId="{0F6DE7C8-21E1-4685-BBC5-313C75EB2FBA}" dt="2026-10-01T06:19:04.561" v="444" actId="47"/>
        <pc:sldMkLst>
          <pc:docMk/>
          <pc:sldMk cId="3622391782" sldId="258"/>
        </pc:sldMkLst>
        <pc:spChg chg="add del mod">
          <ac:chgData name="강창범" userId="6a7447b3-2e50-499e-b487-9c847021f407" providerId="ADAL" clId="{0F6DE7C8-21E1-4685-BBC5-313C75EB2FBA}" dt="2026-10-01T05:58:08.242" v="158"/>
          <ac:spMkLst>
            <pc:docMk/>
            <pc:sldMk cId="3622391782" sldId="258"/>
            <ac:spMk id="2" creationId="{37775023-A63B-202E-3C66-C2407D9E79D9}"/>
          </ac:spMkLst>
        </pc:spChg>
        <pc:spChg chg="del mod ord">
          <ac:chgData name="강창범" userId="6a7447b3-2e50-499e-b487-9c847021f407" providerId="ADAL" clId="{0F6DE7C8-21E1-4685-BBC5-313C75EB2FBA}" dt="2026-10-01T05:58:56.792" v="168" actId="478"/>
          <ac:spMkLst>
            <pc:docMk/>
            <pc:sldMk cId="3622391782" sldId="258"/>
            <ac:spMk id="3" creationId="{6B712B5E-A5D0-03D6-AB5E-A7B42780F812}"/>
          </ac:spMkLst>
        </pc:spChg>
        <pc:spChg chg="add del mod">
          <ac:chgData name="강창범" userId="6a7447b3-2e50-499e-b487-9c847021f407" providerId="ADAL" clId="{0F6DE7C8-21E1-4685-BBC5-313C75EB2FBA}" dt="2026-10-01T05:58:57.941" v="169" actId="478"/>
          <ac:spMkLst>
            <pc:docMk/>
            <pc:sldMk cId="3622391782" sldId="258"/>
            <ac:spMk id="5" creationId="{461EE3F3-674A-BA6E-C252-4DBDBE08853F}"/>
          </ac:spMkLst>
        </pc:spChg>
        <pc:spChg chg="mod ord">
          <ac:chgData name="강창범" userId="6a7447b3-2e50-499e-b487-9c847021f407" providerId="ADAL" clId="{0F6DE7C8-21E1-4685-BBC5-313C75EB2FBA}" dt="2026-10-01T05:59:04.521" v="174" actId="20577"/>
          <ac:spMkLst>
            <pc:docMk/>
            <pc:sldMk cId="3622391782" sldId="258"/>
            <ac:spMk id="9" creationId="{92798B28-AB94-B8AA-E3C3-20F088C41964}"/>
          </ac:spMkLst>
        </pc:spChg>
        <pc:spChg chg="add del">
          <ac:chgData name="강창범" userId="6a7447b3-2e50-499e-b487-9c847021f407" providerId="ADAL" clId="{0F6DE7C8-21E1-4685-BBC5-313C75EB2FBA}" dt="2026-10-01T05:58:32.824" v="162" actId="700"/>
          <ac:spMkLst>
            <pc:docMk/>
            <pc:sldMk cId="3622391782" sldId="258"/>
            <ac:spMk id="14" creationId="{3AB897A0-15EA-B300-6044-B79B65B7F0F4}"/>
          </ac:spMkLst>
        </pc:spChg>
        <pc:spChg chg="add del">
          <ac:chgData name="강창범" userId="6a7447b3-2e50-499e-b487-9c847021f407" providerId="ADAL" clId="{0F6DE7C8-21E1-4685-BBC5-313C75EB2FBA}" dt="2026-10-01T05:58:32.824" v="162" actId="700"/>
          <ac:spMkLst>
            <pc:docMk/>
            <pc:sldMk cId="3622391782" sldId="258"/>
            <ac:spMk id="16" creationId="{01FC81CE-421C-983A-C72D-D30381237A3C}"/>
          </ac:spMkLst>
        </pc:spChg>
        <pc:spChg chg="add del">
          <ac:chgData name="강창범" userId="6a7447b3-2e50-499e-b487-9c847021f407" providerId="ADAL" clId="{0F6DE7C8-21E1-4685-BBC5-313C75EB2FBA}" dt="2026-10-01T05:58:32.824" v="162" actId="700"/>
          <ac:spMkLst>
            <pc:docMk/>
            <pc:sldMk cId="3622391782" sldId="258"/>
            <ac:spMk id="18" creationId="{A1892E0C-2D5B-92F1-1779-305901448A72}"/>
          </ac:spMkLst>
        </pc:spChg>
        <pc:spChg chg="add del">
          <ac:chgData name="강창범" userId="6a7447b3-2e50-499e-b487-9c847021f407" providerId="ADAL" clId="{0F6DE7C8-21E1-4685-BBC5-313C75EB2FBA}" dt="2026-10-01T05:58:32.824" v="162" actId="700"/>
          <ac:spMkLst>
            <pc:docMk/>
            <pc:sldMk cId="3622391782" sldId="258"/>
            <ac:spMk id="20" creationId="{D6BC3704-6860-91BF-3F70-9192DDCA0D1B}"/>
          </ac:spMkLst>
        </pc:spChg>
        <pc:graphicFrameChg chg="mod ord modGraphic">
          <ac:chgData name="강창범" userId="6a7447b3-2e50-499e-b487-9c847021f407" providerId="ADAL" clId="{0F6DE7C8-21E1-4685-BBC5-313C75EB2FBA}" dt="2026-10-01T05:59:07.941" v="175" actId="1076"/>
          <ac:graphicFrameMkLst>
            <pc:docMk/>
            <pc:sldMk cId="3622391782" sldId="258"/>
            <ac:graphicFrameMk id="12" creationId="{9E5534AA-CFB6-650B-89CA-9A84C0872C8A}"/>
          </ac:graphicFrameMkLst>
        </pc:graphicFrameChg>
      </pc:sldChg>
      <pc:sldChg chg="new del">
        <pc:chgData name="강창범" userId="6a7447b3-2e50-499e-b487-9c847021f407" providerId="ADAL" clId="{0F6DE7C8-21E1-4685-BBC5-313C75EB2FBA}" dt="2026-10-01T05:40:01.385" v="13" actId="47"/>
        <pc:sldMkLst>
          <pc:docMk/>
          <pc:sldMk cId="4141304376" sldId="258"/>
        </pc:sldMkLst>
      </pc:sldChg>
      <pc:sldChg chg="new del">
        <pc:chgData name="강창범" userId="6a7447b3-2e50-499e-b487-9c847021f407" providerId="ADAL" clId="{0F6DE7C8-21E1-4685-BBC5-313C75EB2FBA}" dt="2026-10-01T06:32:28.654" v="636" actId="47"/>
        <pc:sldMkLst>
          <pc:docMk/>
          <pc:sldMk cId="20139126" sldId="259"/>
        </pc:sldMkLst>
      </pc:sldChg>
      <pc:sldChg chg="addSp delSp modSp add mod ord">
        <pc:chgData name="강창범" userId="6a7447b3-2e50-499e-b487-9c847021f407" providerId="ADAL" clId="{0F6DE7C8-21E1-4685-BBC5-313C75EB2FBA}" dt="2026-10-01T09:26:40.712" v="5134" actId="478"/>
        <pc:sldMkLst>
          <pc:docMk/>
          <pc:sldMk cId="1113563590" sldId="260"/>
        </pc:sldMkLst>
        <pc:spChg chg="add del mod">
          <ac:chgData name="강창범" userId="6a7447b3-2e50-499e-b487-9c847021f407" providerId="ADAL" clId="{0F6DE7C8-21E1-4685-BBC5-313C75EB2FBA}" dt="2026-10-01T06:18:16.842" v="432" actId="478"/>
          <ac:spMkLst>
            <pc:docMk/>
            <pc:sldMk cId="1113563590" sldId="260"/>
            <ac:spMk id="3" creationId="{BC6FBB74-256C-4BC0-1EF9-3CB986A94F19}"/>
          </ac:spMkLst>
        </pc:spChg>
        <pc:spChg chg="add del mod">
          <ac:chgData name="강창범" userId="6a7447b3-2e50-499e-b487-9c847021f407" providerId="ADAL" clId="{0F6DE7C8-21E1-4685-BBC5-313C75EB2FBA}" dt="2026-10-01T06:18:21.620" v="435"/>
          <ac:spMkLst>
            <pc:docMk/>
            <pc:sldMk cId="1113563590" sldId="260"/>
            <ac:spMk id="5" creationId="{C1A9F302-A927-EC70-6074-3E153A5C1686}"/>
          </ac:spMkLst>
        </pc:spChg>
        <pc:spChg chg="add del mod">
          <ac:chgData name="강창범" userId="6a7447b3-2e50-499e-b487-9c847021f407" providerId="ADAL" clId="{0F6DE7C8-21E1-4685-BBC5-313C75EB2FBA}" dt="2026-10-01T09:26:40.712" v="5134" actId="478"/>
          <ac:spMkLst>
            <pc:docMk/>
            <pc:sldMk cId="1113563590" sldId="260"/>
            <ac:spMk id="7" creationId="{2DD81D4A-1D2E-4DAA-2170-EA6AB1FC7B71}"/>
          </ac:spMkLst>
        </pc:spChg>
        <pc:spChg chg="mod">
          <ac:chgData name="강창범" userId="6a7447b3-2e50-499e-b487-9c847021f407" providerId="ADAL" clId="{0F6DE7C8-21E1-4685-BBC5-313C75EB2FBA}" dt="2026-10-01T08:23:22.176" v="3180" actId="20577"/>
          <ac:spMkLst>
            <pc:docMk/>
            <pc:sldMk cId="1113563590" sldId="260"/>
            <ac:spMk id="9" creationId="{8577A649-87BD-37FE-93CE-7690BA9B0A21}"/>
          </ac:spMkLst>
        </pc:spChg>
        <pc:spChg chg="add del">
          <ac:chgData name="강창범" userId="6a7447b3-2e50-499e-b487-9c847021f407" providerId="ADAL" clId="{0F6DE7C8-21E1-4685-BBC5-313C75EB2FBA}" dt="2026-10-01T06:18:20.703" v="434" actId="478"/>
          <ac:spMkLst>
            <pc:docMk/>
            <pc:sldMk cId="1113563590" sldId="260"/>
            <ac:spMk id="10" creationId="{64EBAADB-56D1-8F07-05F7-C7E0F662D7B9}"/>
          </ac:spMkLst>
        </pc:spChg>
        <pc:spChg chg="del">
          <ac:chgData name="강창범" userId="6a7447b3-2e50-499e-b487-9c847021f407" providerId="ADAL" clId="{0F6DE7C8-21E1-4685-BBC5-313C75EB2FBA}" dt="2026-10-01T06:18:18.384" v="433" actId="478"/>
          <ac:spMkLst>
            <pc:docMk/>
            <pc:sldMk cId="1113563590" sldId="260"/>
            <ac:spMk id="11" creationId="{C4EB93C1-3CE9-D875-A01E-1E11639928AC}"/>
          </ac:spMkLst>
        </pc:spChg>
        <pc:spChg chg="add del mod">
          <ac:chgData name="강창범" userId="6a7447b3-2e50-499e-b487-9c847021f407" providerId="ADAL" clId="{0F6DE7C8-21E1-4685-BBC5-313C75EB2FBA}" dt="2026-10-01T08:23:24.155" v="3183"/>
          <ac:spMkLst>
            <pc:docMk/>
            <pc:sldMk cId="1113563590" sldId="260"/>
            <ac:spMk id="12" creationId="{63D52A63-7F33-1748-8AF7-632C04D91C13}"/>
          </ac:spMkLst>
        </pc:spChg>
        <pc:graphicFrameChg chg="add del mod modGraphic">
          <ac:chgData name="강창범" userId="6a7447b3-2e50-499e-b487-9c847021f407" providerId="ADAL" clId="{0F6DE7C8-21E1-4685-BBC5-313C75EB2FBA}" dt="2026-10-01T08:23:23.881" v="3182" actId="478"/>
          <ac:graphicFrameMkLst>
            <pc:docMk/>
            <pc:sldMk cId="1113563590" sldId="260"/>
            <ac:graphicFrameMk id="6" creationId="{EBCD411C-5846-7636-08B5-A47AAC0F6DDD}"/>
          </ac:graphicFrameMkLst>
        </pc:graphicFrameChg>
        <pc:graphicFrameChg chg="add mod modGraphic">
          <ac:chgData name="강창범" userId="6a7447b3-2e50-499e-b487-9c847021f407" providerId="ADAL" clId="{0F6DE7C8-21E1-4685-BBC5-313C75EB2FBA}" dt="2026-10-01T08:23:42.265" v="3187" actId="1076"/>
          <ac:graphicFrameMkLst>
            <pc:docMk/>
            <pc:sldMk cId="1113563590" sldId="260"/>
            <ac:graphicFrameMk id="13" creationId="{AA76F0DC-A62D-46AE-9938-C3606A8A149A}"/>
          </ac:graphicFrameMkLst>
        </pc:graphicFrameChg>
      </pc:sldChg>
      <pc:sldChg chg="add del">
        <pc:chgData name="강창범" userId="6a7447b3-2e50-499e-b487-9c847021f407" providerId="ADAL" clId="{0F6DE7C8-21E1-4685-BBC5-313C75EB2FBA}" dt="2026-10-01T06:07:15.980" v="190"/>
        <pc:sldMkLst>
          <pc:docMk/>
          <pc:sldMk cId="1109356444" sldId="261"/>
        </pc:sldMkLst>
      </pc:sldChg>
      <pc:sldChg chg="addSp delSp modSp add mod">
        <pc:chgData name="강창범" userId="6a7447b3-2e50-499e-b487-9c847021f407" providerId="ADAL" clId="{0F6DE7C8-21E1-4685-BBC5-313C75EB2FBA}" dt="2026-10-01T08:31:01.813" v="3437" actId="20577"/>
        <pc:sldMkLst>
          <pc:docMk/>
          <pc:sldMk cId="1214867506" sldId="261"/>
        </pc:sldMkLst>
        <pc:spChg chg="add del mod">
          <ac:chgData name="강창범" userId="6a7447b3-2e50-499e-b487-9c847021f407" providerId="ADAL" clId="{0F6DE7C8-21E1-4685-BBC5-313C75EB2FBA}" dt="2026-10-01T06:33:39.197" v="674" actId="478"/>
          <ac:spMkLst>
            <pc:docMk/>
            <pc:sldMk cId="1214867506" sldId="261"/>
            <ac:spMk id="3" creationId="{2399D061-A8B3-DB22-F227-DD81AB676E0A}"/>
          </ac:spMkLst>
        </pc:spChg>
        <pc:spChg chg="add mod">
          <ac:chgData name="강창범" userId="6a7447b3-2e50-499e-b487-9c847021f407" providerId="ADAL" clId="{0F6DE7C8-21E1-4685-BBC5-313C75EB2FBA}" dt="2026-10-01T07:14:29.870" v="1713" actId="571"/>
          <ac:spMkLst>
            <pc:docMk/>
            <pc:sldMk cId="1214867506" sldId="261"/>
            <ac:spMk id="4" creationId="{2CFE05EC-7324-5F91-5892-BE9534509FBE}"/>
          </ac:spMkLst>
        </pc:spChg>
        <pc:spChg chg="add del mod">
          <ac:chgData name="강창범" userId="6a7447b3-2e50-499e-b487-9c847021f407" providerId="ADAL" clId="{0F6DE7C8-21E1-4685-BBC5-313C75EB2FBA}" dt="2026-10-01T06:34:28.582" v="744"/>
          <ac:spMkLst>
            <pc:docMk/>
            <pc:sldMk cId="1214867506" sldId="261"/>
            <ac:spMk id="5" creationId="{98A00D76-85E9-D539-660B-53D2622B3067}"/>
          </ac:spMkLst>
        </pc:spChg>
        <pc:spChg chg="del mod">
          <ac:chgData name="강창범" userId="6a7447b3-2e50-499e-b487-9c847021f407" providerId="ADAL" clId="{0F6DE7C8-21E1-4685-BBC5-313C75EB2FBA}" dt="2026-10-01T06:32:54.454" v="667" actId="478"/>
          <ac:spMkLst>
            <pc:docMk/>
            <pc:sldMk cId="1214867506" sldId="261"/>
            <ac:spMk id="7" creationId="{DB84A8AE-CBA7-A7E5-8028-158F2E2D37A9}"/>
          </ac:spMkLst>
        </pc:spChg>
        <pc:spChg chg="add mod">
          <ac:chgData name="강창범" userId="6a7447b3-2e50-499e-b487-9c847021f407" providerId="ADAL" clId="{0F6DE7C8-21E1-4685-BBC5-313C75EB2FBA}" dt="2026-10-01T08:30:58.241" v="3429" actId="20577"/>
          <ac:spMkLst>
            <pc:docMk/>
            <pc:sldMk cId="1214867506" sldId="261"/>
            <ac:spMk id="8" creationId="{104699BF-389E-87B0-F410-F30D805895FE}"/>
          </ac:spMkLst>
        </pc:spChg>
        <pc:spChg chg="mod">
          <ac:chgData name="강창범" userId="6a7447b3-2e50-499e-b487-9c847021f407" providerId="ADAL" clId="{0F6DE7C8-21E1-4685-BBC5-313C75EB2FBA}" dt="2026-10-01T08:28:03.487" v="3350" actId="20577"/>
          <ac:spMkLst>
            <pc:docMk/>
            <pc:sldMk cId="1214867506" sldId="261"/>
            <ac:spMk id="9" creationId="{327A7518-4643-A209-7873-0A55813848A8}"/>
          </ac:spMkLst>
        </pc:spChg>
        <pc:spChg chg="add mod">
          <ac:chgData name="강창범" userId="6a7447b3-2e50-499e-b487-9c847021f407" providerId="ADAL" clId="{0F6DE7C8-21E1-4685-BBC5-313C75EB2FBA}" dt="2026-10-01T08:31:01.813" v="3437" actId="20577"/>
          <ac:spMkLst>
            <pc:docMk/>
            <pc:sldMk cId="1214867506" sldId="261"/>
            <ac:spMk id="10" creationId="{40005DE1-79EA-0D9A-D155-D619B80E65D7}"/>
          </ac:spMkLst>
        </pc:spChg>
        <pc:spChg chg="add mod">
          <ac:chgData name="강창범" userId="6a7447b3-2e50-499e-b487-9c847021f407" providerId="ADAL" clId="{0F6DE7C8-21E1-4685-BBC5-313C75EB2FBA}" dt="2026-10-01T07:42:29.937" v="2447" actId="20577"/>
          <ac:spMkLst>
            <pc:docMk/>
            <pc:sldMk cId="1214867506" sldId="261"/>
            <ac:spMk id="22" creationId="{89BAA289-D67F-B654-7E5A-F3E6F679D838}"/>
          </ac:spMkLst>
        </pc:spChg>
        <pc:spChg chg="add mod">
          <ac:chgData name="강창범" userId="6a7447b3-2e50-499e-b487-9c847021f407" providerId="ADAL" clId="{0F6DE7C8-21E1-4685-BBC5-313C75EB2FBA}" dt="2026-10-01T07:14:29.870" v="1713" actId="571"/>
          <ac:spMkLst>
            <pc:docMk/>
            <pc:sldMk cId="1214867506" sldId="261"/>
            <ac:spMk id="30" creationId="{C7EAF2C5-55CC-655B-9481-D1999B41CA1D}"/>
          </ac:spMkLst>
        </pc:spChg>
        <pc:spChg chg="add mod">
          <ac:chgData name="강창범" userId="6a7447b3-2e50-499e-b487-9c847021f407" providerId="ADAL" clId="{0F6DE7C8-21E1-4685-BBC5-313C75EB2FBA}" dt="2026-10-01T07:15:27.441" v="1756" actId="20577"/>
          <ac:spMkLst>
            <pc:docMk/>
            <pc:sldMk cId="1214867506" sldId="261"/>
            <ac:spMk id="35" creationId="{F6F155E0-20CC-2546-E82F-7CC8C1DE3E67}"/>
          </ac:spMkLst>
        </pc:spChg>
        <pc:spChg chg="add mod">
          <ac:chgData name="강창범" userId="6a7447b3-2e50-499e-b487-9c847021f407" providerId="ADAL" clId="{0F6DE7C8-21E1-4685-BBC5-313C75EB2FBA}" dt="2026-10-01T06:38:41.744" v="1021" actId="571"/>
          <ac:spMkLst>
            <pc:docMk/>
            <pc:sldMk cId="1214867506" sldId="261"/>
            <ac:spMk id="37" creationId="{4E349DAB-6B30-82CD-5200-E173B63B45DB}"/>
          </ac:spMkLst>
        </pc:spChg>
        <pc:spChg chg="add mod">
          <ac:chgData name="강창범" userId="6a7447b3-2e50-499e-b487-9c847021f407" providerId="ADAL" clId="{0F6DE7C8-21E1-4685-BBC5-313C75EB2FBA}" dt="2026-10-01T07:16:53.954" v="1757" actId="20577"/>
          <ac:spMkLst>
            <pc:docMk/>
            <pc:sldMk cId="1214867506" sldId="261"/>
            <ac:spMk id="41" creationId="{B364089E-C1C7-C5FA-1FB0-FB94DCC406F5}"/>
          </ac:spMkLst>
        </pc:spChg>
        <pc:spChg chg="add del">
          <ac:chgData name="강창범" userId="6a7447b3-2e50-499e-b487-9c847021f407" providerId="ADAL" clId="{0F6DE7C8-21E1-4685-BBC5-313C75EB2FBA}" dt="2026-10-01T06:44:56.729" v="1090" actId="22"/>
          <ac:spMkLst>
            <pc:docMk/>
            <pc:sldMk cId="1214867506" sldId="261"/>
            <ac:spMk id="65" creationId="{02AB80D4-B680-306C-EC6B-67439B07D544}"/>
          </ac:spMkLst>
        </pc:spChg>
        <pc:spChg chg="add mod">
          <ac:chgData name="강창범" userId="6a7447b3-2e50-499e-b487-9c847021f407" providerId="ADAL" clId="{0F6DE7C8-21E1-4685-BBC5-313C75EB2FBA}" dt="2026-10-01T07:15:14.497" v="1755" actId="1076"/>
          <ac:spMkLst>
            <pc:docMk/>
            <pc:sldMk cId="1214867506" sldId="261"/>
            <ac:spMk id="67" creationId="{976D690B-53A1-6B50-0558-44EC413D71F5}"/>
          </ac:spMkLst>
        </pc:spChg>
        <pc:spChg chg="add del">
          <ac:chgData name="강창범" userId="6a7447b3-2e50-499e-b487-9c847021f407" providerId="ADAL" clId="{0F6DE7C8-21E1-4685-BBC5-313C75EB2FBA}" dt="2026-10-01T07:23:19.333" v="1791" actId="478"/>
          <ac:spMkLst>
            <pc:docMk/>
            <pc:sldMk cId="1214867506" sldId="261"/>
            <ac:spMk id="72" creationId="{DC427B4C-57E6-A863-9111-DDABA973470B}"/>
          </ac:spMkLst>
        </pc:spChg>
        <pc:spChg chg="add del mod">
          <ac:chgData name="강창범" userId="6a7447b3-2e50-499e-b487-9c847021f407" providerId="ADAL" clId="{0F6DE7C8-21E1-4685-BBC5-313C75EB2FBA}" dt="2026-10-01T07:23:22.207" v="1794"/>
          <ac:spMkLst>
            <pc:docMk/>
            <pc:sldMk cId="1214867506" sldId="261"/>
            <ac:spMk id="73" creationId="{0BB0F4C1-3959-3E91-499D-9946BB25DCB5}"/>
          </ac:spMkLst>
        </pc:spChg>
        <pc:spChg chg="add del mod">
          <ac:chgData name="강창범" userId="6a7447b3-2e50-499e-b487-9c847021f407" providerId="ADAL" clId="{0F6DE7C8-21E1-4685-BBC5-313C75EB2FBA}" dt="2026-10-01T07:26:17.624" v="1912" actId="478"/>
          <ac:spMkLst>
            <pc:docMk/>
            <pc:sldMk cId="1214867506" sldId="261"/>
            <ac:spMk id="81" creationId="{07CB8C44-E5CA-CA34-E659-5AF96FF6F5F8}"/>
          </ac:spMkLst>
        </pc:spChg>
        <pc:spChg chg="add del mod">
          <ac:chgData name="강창범" userId="6a7447b3-2e50-499e-b487-9c847021f407" providerId="ADAL" clId="{0F6DE7C8-21E1-4685-BBC5-313C75EB2FBA}" dt="2026-10-01T07:26:15.279" v="1910" actId="478"/>
          <ac:spMkLst>
            <pc:docMk/>
            <pc:sldMk cId="1214867506" sldId="261"/>
            <ac:spMk id="82" creationId="{DF216BD3-6521-F2F4-FB6A-67AC228ECBCA}"/>
          </ac:spMkLst>
        </pc:spChg>
        <pc:spChg chg="add del mod">
          <ac:chgData name="강창범" userId="6a7447b3-2e50-499e-b487-9c847021f407" providerId="ADAL" clId="{0F6DE7C8-21E1-4685-BBC5-313C75EB2FBA}" dt="2026-10-01T07:26:16.253" v="1911" actId="478"/>
          <ac:spMkLst>
            <pc:docMk/>
            <pc:sldMk cId="1214867506" sldId="261"/>
            <ac:spMk id="83" creationId="{5DD12F81-3A16-E7AD-3FA6-22FB332C293C}"/>
          </ac:spMkLst>
        </pc:spChg>
        <pc:spChg chg="add del mod">
          <ac:chgData name="강창범" userId="6a7447b3-2e50-499e-b487-9c847021f407" providerId="ADAL" clId="{0F6DE7C8-21E1-4685-BBC5-313C75EB2FBA}" dt="2026-10-01T08:25:42.163" v="3248"/>
          <ac:spMkLst>
            <pc:docMk/>
            <pc:sldMk cId="1214867506" sldId="261"/>
            <ac:spMk id="84" creationId="{A179476A-D7F0-2618-DBE1-5174C00A3B24}"/>
          </ac:spMkLst>
        </pc:spChg>
        <pc:grpChg chg="add mod">
          <ac:chgData name="강창범" userId="6a7447b3-2e50-499e-b487-9c847021f407" providerId="ADAL" clId="{0F6DE7C8-21E1-4685-BBC5-313C75EB2FBA}" dt="2026-10-01T07:25:19.045" v="1864" actId="164"/>
          <ac:grpSpMkLst>
            <pc:docMk/>
            <pc:sldMk cId="1214867506" sldId="261"/>
            <ac:grpSpMk id="63" creationId="{6FD90DC3-F09E-7552-540D-E498E1EC9C77}"/>
          </ac:grpSpMkLst>
        </pc:grpChg>
        <pc:grpChg chg="add mod">
          <ac:chgData name="강창범" userId="6a7447b3-2e50-499e-b487-9c847021f407" providerId="ADAL" clId="{0F6DE7C8-21E1-4685-BBC5-313C75EB2FBA}" dt="2026-10-01T08:27:04.523" v="3305" actId="1076"/>
          <ac:grpSpMkLst>
            <pc:docMk/>
            <pc:sldMk cId="1214867506" sldId="261"/>
            <ac:grpSpMk id="80" creationId="{800EF6A3-DE94-0D61-9866-DA001291B492}"/>
          </ac:grpSpMkLst>
        </pc:grpChg>
        <pc:graphicFrameChg chg="del modGraphic">
          <ac:chgData name="강창범" userId="6a7447b3-2e50-499e-b487-9c847021f407" providerId="ADAL" clId="{0F6DE7C8-21E1-4685-BBC5-313C75EB2FBA}" dt="2026-10-01T06:32:55.163" v="668" actId="478"/>
          <ac:graphicFrameMkLst>
            <pc:docMk/>
            <pc:sldMk cId="1214867506" sldId="261"/>
            <ac:graphicFrameMk id="6" creationId="{6391E8EE-245F-8C03-AA51-EFEDE5E0CA11}"/>
          </ac:graphicFrameMkLst>
        </pc:graphicFrameChg>
        <pc:graphicFrameChg chg="add mod modGraphic">
          <ac:chgData name="강창범" userId="6a7447b3-2e50-499e-b487-9c847021f407" providerId="ADAL" clId="{0F6DE7C8-21E1-4685-BBC5-313C75EB2FBA}" dt="2026-10-01T08:27:07.204" v="3306" actId="1076"/>
          <ac:graphicFrameMkLst>
            <pc:docMk/>
            <pc:sldMk cId="1214867506" sldId="261"/>
            <ac:graphicFrameMk id="85" creationId="{5DDE8D90-F418-2CD6-6DA6-4A9730812DA1}"/>
          </ac:graphicFrameMkLst>
        </pc:graphicFrameChg>
        <pc:cxnChg chg="add mod">
          <ac:chgData name="강창범" userId="6a7447b3-2e50-499e-b487-9c847021f407" providerId="ADAL" clId="{0F6DE7C8-21E1-4685-BBC5-313C75EB2FBA}" dt="2026-10-01T06:40:06.392" v="1081" actId="1076"/>
          <ac:cxnSpMkLst>
            <pc:docMk/>
            <pc:sldMk cId="1214867506" sldId="261"/>
            <ac:cxnSpMk id="12" creationId="{117A155F-47A6-AE52-115F-56546A0DA025}"/>
          </ac:cxnSpMkLst>
        </pc:cxnChg>
        <pc:cxnChg chg="add mod">
          <ac:chgData name="강창범" userId="6a7447b3-2e50-499e-b487-9c847021f407" providerId="ADAL" clId="{0F6DE7C8-21E1-4685-BBC5-313C75EB2FBA}" dt="2026-10-01T07:14:29.870" v="1713" actId="571"/>
          <ac:cxnSpMkLst>
            <pc:docMk/>
            <pc:sldMk cId="1214867506" sldId="261"/>
            <ac:cxnSpMk id="14" creationId="{EEAF75D1-ED77-8B43-18CC-E6A8F567BB5F}"/>
          </ac:cxnSpMkLst>
        </pc:cxnChg>
        <pc:cxnChg chg="add mod">
          <ac:chgData name="강창범" userId="6a7447b3-2e50-499e-b487-9c847021f407" providerId="ADAL" clId="{0F6DE7C8-21E1-4685-BBC5-313C75EB2FBA}" dt="2026-10-01T06:40:11.717" v="1083" actId="1076"/>
          <ac:cxnSpMkLst>
            <pc:docMk/>
            <pc:sldMk cId="1214867506" sldId="261"/>
            <ac:cxnSpMk id="24" creationId="{CE823120-ACB9-595A-2434-1CA0AA528656}"/>
          </ac:cxnSpMkLst>
        </pc:cxnChg>
        <pc:cxnChg chg="add mod">
          <ac:chgData name="강창범" userId="6a7447b3-2e50-499e-b487-9c847021f407" providerId="ADAL" clId="{0F6DE7C8-21E1-4685-BBC5-313C75EB2FBA}" dt="2026-10-01T06:40:11.717" v="1083" actId="1076"/>
          <ac:cxnSpMkLst>
            <pc:docMk/>
            <pc:sldMk cId="1214867506" sldId="261"/>
            <ac:cxnSpMk id="25" creationId="{F7975C77-5E01-5C03-D2AF-25BCF7B2F574}"/>
          </ac:cxnSpMkLst>
        </pc:cxnChg>
        <pc:cxnChg chg="add mod">
          <ac:chgData name="강창범" userId="6a7447b3-2e50-499e-b487-9c847021f407" providerId="ADAL" clId="{0F6DE7C8-21E1-4685-BBC5-313C75EB2FBA}" dt="2026-10-01T06:40:13.773" v="1084" actId="1076"/>
          <ac:cxnSpMkLst>
            <pc:docMk/>
            <pc:sldMk cId="1214867506" sldId="261"/>
            <ac:cxnSpMk id="32" creationId="{62AAE00A-19E5-BB50-09DA-5D8FC117269A}"/>
          </ac:cxnSpMkLst>
        </pc:cxnChg>
        <pc:cxnChg chg="add mod">
          <ac:chgData name="강창범" userId="6a7447b3-2e50-499e-b487-9c847021f407" providerId="ADAL" clId="{0F6DE7C8-21E1-4685-BBC5-313C75EB2FBA}" dt="2026-10-01T06:38:41.744" v="1021" actId="571"/>
          <ac:cxnSpMkLst>
            <pc:docMk/>
            <pc:sldMk cId="1214867506" sldId="261"/>
            <ac:cxnSpMk id="36" creationId="{6E23778F-066D-8E4A-BD13-60441B25BAEB}"/>
          </ac:cxnSpMkLst>
        </pc:cxnChg>
        <pc:cxnChg chg="add mod">
          <ac:chgData name="강창범" userId="6a7447b3-2e50-499e-b487-9c847021f407" providerId="ADAL" clId="{0F6DE7C8-21E1-4685-BBC5-313C75EB2FBA}" dt="2026-10-01T06:40:22.935" v="1087" actId="164"/>
          <ac:cxnSpMkLst>
            <pc:docMk/>
            <pc:sldMk cId="1214867506" sldId="261"/>
            <ac:cxnSpMk id="38" creationId="{C15D1FCE-4AE1-0681-1E86-EE61FA2513E4}"/>
          </ac:cxnSpMkLst>
        </pc:cxnChg>
        <pc:cxnChg chg="add mod">
          <ac:chgData name="강창범" userId="6a7447b3-2e50-499e-b487-9c847021f407" providerId="ADAL" clId="{0F6DE7C8-21E1-4685-BBC5-313C75EB2FBA}" dt="2026-10-01T06:40:19.771" v="1086" actId="1076"/>
          <ac:cxnSpMkLst>
            <pc:docMk/>
            <pc:sldMk cId="1214867506" sldId="261"/>
            <ac:cxnSpMk id="42" creationId="{B5687764-048C-B3FA-6E5E-E51E0D1B8501}"/>
          </ac:cxnSpMkLst>
        </pc:cxnChg>
        <pc:cxnChg chg="add mod">
          <ac:chgData name="강창범" userId="6a7447b3-2e50-499e-b487-9c847021f407" providerId="ADAL" clId="{0F6DE7C8-21E1-4685-BBC5-313C75EB2FBA}" dt="2026-10-01T07:25:19.045" v="1864" actId="164"/>
          <ac:cxnSpMkLst>
            <pc:docMk/>
            <pc:sldMk cId="1214867506" sldId="261"/>
            <ac:cxnSpMk id="69" creationId="{2C12F64E-200F-C816-22BC-15F724955135}"/>
          </ac:cxnSpMkLst>
        </pc:cxnChg>
        <pc:cxnChg chg="add mod">
          <ac:chgData name="강창범" userId="6a7447b3-2e50-499e-b487-9c847021f407" providerId="ADAL" clId="{0F6DE7C8-21E1-4685-BBC5-313C75EB2FBA}" dt="2026-10-01T08:26:48.849" v="3300" actId="14100"/>
          <ac:cxnSpMkLst>
            <pc:docMk/>
            <pc:sldMk cId="1214867506" sldId="261"/>
            <ac:cxnSpMk id="75" creationId="{6D6617A3-5152-EEC5-CC53-25700D75AFB7}"/>
          </ac:cxnSpMkLst>
        </pc:cxnChg>
        <pc:cxnChg chg="add mod">
          <ac:chgData name="강창범" userId="6a7447b3-2e50-499e-b487-9c847021f407" providerId="ADAL" clId="{0F6DE7C8-21E1-4685-BBC5-313C75EB2FBA}" dt="2026-10-01T08:26:51.759" v="3301" actId="14100"/>
          <ac:cxnSpMkLst>
            <pc:docMk/>
            <pc:sldMk cId="1214867506" sldId="261"/>
            <ac:cxnSpMk id="76" creationId="{6F6FABAA-90EC-62F8-4C00-B4057D4E5074}"/>
          </ac:cxnSpMkLst>
        </pc:cxnChg>
        <pc:cxnChg chg="add mod">
          <ac:chgData name="강창범" userId="6a7447b3-2e50-499e-b487-9c847021f407" providerId="ADAL" clId="{0F6DE7C8-21E1-4685-BBC5-313C75EB2FBA}" dt="2026-10-01T08:26:54.473" v="3302" actId="14100"/>
          <ac:cxnSpMkLst>
            <pc:docMk/>
            <pc:sldMk cId="1214867506" sldId="261"/>
            <ac:cxnSpMk id="77" creationId="{19BDBBCD-F601-B862-DBF3-2367F9F7C956}"/>
          </ac:cxnSpMkLst>
        </pc:cxnChg>
        <pc:cxnChg chg="add mod">
          <ac:chgData name="강창범" userId="6a7447b3-2e50-499e-b487-9c847021f407" providerId="ADAL" clId="{0F6DE7C8-21E1-4685-BBC5-313C75EB2FBA}" dt="2026-10-01T08:26:57.429" v="3303" actId="14100"/>
          <ac:cxnSpMkLst>
            <pc:docMk/>
            <pc:sldMk cId="1214867506" sldId="261"/>
            <ac:cxnSpMk id="78" creationId="{9C0591A2-2A5A-31AC-B9BB-672235F2E976}"/>
          </ac:cxnSpMkLst>
        </pc:cxnChg>
        <pc:cxnChg chg="add mod">
          <ac:chgData name="강창범" userId="6a7447b3-2e50-499e-b487-9c847021f407" providerId="ADAL" clId="{0F6DE7C8-21E1-4685-BBC5-313C75EB2FBA}" dt="2026-10-01T08:27:00.335" v="3304" actId="14100"/>
          <ac:cxnSpMkLst>
            <pc:docMk/>
            <pc:sldMk cId="1214867506" sldId="261"/>
            <ac:cxnSpMk id="79" creationId="{88F9BAC9-E472-E905-E4FB-86A723B2E8A9}"/>
          </ac:cxnSpMkLst>
        </pc:cxnChg>
      </pc:sldChg>
      <pc:sldChg chg="addSp delSp modSp add mod">
        <pc:chgData name="강창범" userId="6a7447b3-2e50-499e-b487-9c847021f407" providerId="ADAL" clId="{0F6DE7C8-21E1-4685-BBC5-313C75EB2FBA}" dt="2026-10-01T09:20:52.849" v="5100" actId="20577"/>
        <pc:sldMkLst>
          <pc:docMk/>
          <pc:sldMk cId="3219372399" sldId="262"/>
        </pc:sldMkLst>
        <pc:spChg chg="add mod">
          <ac:chgData name="강창범" userId="6a7447b3-2e50-499e-b487-9c847021f407" providerId="ADAL" clId="{0F6DE7C8-21E1-4685-BBC5-313C75EB2FBA}" dt="2026-10-01T06:46:01.701" v="1196" actId="20577"/>
          <ac:spMkLst>
            <pc:docMk/>
            <pc:sldMk cId="3219372399" sldId="262"/>
            <ac:spMk id="2" creationId="{F0840F7D-C8BA-32FB-9D8C-028108DE7FC3}"/>
          </ac:spMkLst>
        </pc:spChg>
        <pc:spChg chg="add mod">
          <ac:chgData name="강창범" userId="6a7447b3-2e50-499e-b487-9c847021f407" providerId="ADAL" clId="{0F6DE7C8-21E1-4685-BBC5-313C75EB2FBA}" dt="2026-10-01T06:46:13.830" v="1203" actId="207"/>
          <ac:spMkLst>
            <pc:docMk/>
            <pc:sldMk cId="3219372399" sldId="262"/>
            <ac:spMk id="3" creationId="{BFD2BE56-DE58-7942-CDFB-373917A4218E}"/>
          </ac:spMkLst>
        </pc:spChg>
        <pc:spChg chg="add mod">
          <ac:chgData name="강창범" userId="6a7447b3-2e50-499e-b487-9c847021f407" providerId="ADAL" clId="{0F6DE7C8-21E1-4685-BBC5-313C75EB2FBA}" dt="2026-10-01T06:46:30.541" v="1233" actId="207"/>
          <ac:spMkLst>
            <pc:docMk/>
            <pc:sldMk cId="3219372399" sldId="262"/>
            <ac:spMk id="5" creationId="{B2D81BDB-9E89-DC3A-8708-B3A1F0691FD7}"/>
          </ac:spMkLst>
        </pc:spChg>
        <pc:spChg chg="add mod">
          <ac:chgData name="강창범" userId="6a7447b3-2e50-499e-b487-9c847021f407" providerId="ADAL" clId="{0F6DE7C8-21E1-4685-BBC5-313C75EB2FBA}" dt="2026-10-01T06:46:41.745" v="1242" actId="207"/>
          <ac:spMkLst>
            <pc:docMk/>
            <pc:sldMk cId="3219372399" sldId="262"/>
            <ac:spMk id="6" creationId="{AFE9217F-3B85-3A5D-1C75-01ECEC675E0F}"/>
          </ac:spMkLst>
        </pc:spChg>
        <pc:spChg chg="add mod">
          <ac:chgData name="강창범" userId="6a7447b3-2e50-499e-b487-9c847021f407" providerId="ADAL" clId="{0F6DE7C8-21E1-4685-BBC5-313C75EB2FBA}" dt="2026-10-01T07:16:59.549" v="1758" actId="20577"/>
          <ac:spMkLst>
            <pc:docMk/>
            <pc:sldMk cId="3219372399" sldId="262"/>
            <ac:spMk id="7" creationId="{D4C7202C-0A6E-A875-FA59-B8CD6DFAE4D7}"/>
          </ac:spMkLst>
        </pc:spChg>
        <pc:spChg chg="mod">
          <ac:chgData name="강창범" userId="6a7447b3-2e50-499e-b487-9c847021f407" providerId="ADAL" clId="{0F6DE7C8-21E1-4685-BBC5-313C75EB2FBA}" dt="2026-10-01T08:29:41.716" v="3387"/>
          <ac:spMkLst>
            <pc:docMk/>
            <pc:sldMk cId="3219372399" sldId="262"/>
            <ac:spMk id="9" creationId="{CFE7C9D1-5C19-D01A-9CDC-825442DD2D94}"/>
          </ac:spMkLst>
        </pc:spChg>
        <pc:spChg chg="add mod">
          <ac:chgData name="강창범" userId="6a7447b3-2e50-499e-b487-9c847021f407" providerId="ADAL" clId="{0F6DE7C8-21E1-4685-BBC5-313C75EB2FBA}" dt="2026-10-01T06:47:33.479" v="1286" actId="20577"/>
          <ac:spMkLst>
            <pc:docMk/>
            <pc:sldMk cId="3219372399" sldId="262"/>
            <ac:spMk id="11" creationId="{95BA42DF-B598-D447-7DB4-9C97974D24FF}"/>
          </ac:spMkLst>
        </pc:spChg>
        <pc:spChg chg="add mod">
          <ac:chgData name="강창범" userId="6a7447b3-2e50-499e-b487-9c847021f407" providerId="ADAL" clId="{0F6DE7C8-21E1-4685-BBC5-313C75EB2FBA}" dt="2026-10-01T09:20:52.849" v="5100" actId="20577"/>
          <ac:spMkLst>
            <pc:docMk/>
            <pc:sldMk cId="3219372399" sldId="262"/>
            <ac:spMk id="16" creationId="{9CA77D9A-93C4-91F2-5E5D-649A92EDE698}"/>
          </ac:spMkLst>
        </pc:spChg>
        <pc:grpChg chg="add del mod">
          <ac:chgData name="강창범" userId="6a7447b3-2e50-499e-b487-9c847021f407" providerId="ADAL" clId="{0F6DE7C8-21E1-4685-BBC5-313C75EB2FBA}" dt="2026-10-01T07:26:57.663" v="1949" actId="478"/>
          <ac:grpSpMkLst>
            <pc:docMk/>
            <pc:sldMk cId="3219372399" sldId="262"/>
            <ac:grpSpMk id="13" creationId="{17D8D863-BCD4-1DC6-4CEF-F265A5342DBB}"/>
          </ac:grpSpMkLst>
        </pc:grpChg>
        <pc:grpChg chg="del">
          <ac:chgData name="강창범" userId="6a7447b3-2e50-499e-b487-9c847021f407" providerId="ADAL" clId="{0F6DE7C8-21E1-4685-BBC5-313C75EB2FBA}" dt="2026-10-01T06:45:00.613" v="1092" actId="478"/>
          <ac:grpSpMkLst>
            <pc:docMk/>
            <pc:sldMk cId="3219372399" sldId="262"/>
            <ac:grpSpMk id="63" creationId="{7931E8D4-6FE2-6D3F-F2CF-FA5418213634}"/>
          </ac:grpSpMkLst>
        </pc:grpChg>
        <pc:cxnChg chg="mod">
          <ac:chgData name="강창범" userId="6a7447b3-2e50-499e-b487-9c847021f407" providerId="ADAL" clId="{0F6DE7C8-21E1-4685-BBC5-313C75EB2FBA}" dt="2026-10-01T06:45:00.613" v="1092" actId="478"/>
          <ac:cxnSpMkLst>
            <pc:docMk/>
            <pc:sldMk cId="3219372399" sldId="262"/>
            <ac:cxnSpMk id="12" creationId="{5CD4165A-649D-8E01-9595-DE967B76733B}"/>
          </ac:cxnSpMkLst>
        </pc:cxnChg>
        <pc:cxnChg chg="mod">
          <ac:chgData name="강창범" userId="6a7447b3-2e50-499e-b487-9c847021f407" providerId="ADAL" clId="{0F6DE7C8-21E1-4685-BBC5-313C75EB2FBA}" dt="2026-10-01T06:45:00.613" v="1092" actId="478"/>
          <ac:cxnSpMkLst>
            <pc:docMk/>
            <pc:sldMk cId="3219372399" sldId="262"/>
            <ac:cxnSpMk id="14" creationId="{CC83CB9C-3B2E-8842-3A54-4FC188CE1BF3}"/>
          </ac:cxnSpMkLst>
        </pc:cxnChg>
        <pc:cxnChg chg="mod">
          <ac:chgData name="강창범" userId="6a7447b3-2e50-499e-b487-9c847021f407" providerId="ADAL" clId="{0F6DE7C8-21E1-4685-BBC5-313C75EB2FBA}" dt="2026-10-01T06:45:00.613" v="1092" actId="478"/>
          <ac:cxnSpMkLst>
            <pc:docMk/>
            <pc:sldMk cId="3219372399" sldId="262"/>
            <ac:cxnSpMk id="24" creationId="{1119D867-0A8F-7E16-237F-C3477D6FB791}"/>
          </ac:cxnSpMkLst>
        </pc:cxnChg>
        <pc:cxnChg chg="mod">
          <ac:chgData name="강창범" userId="6a7447b3-2e50-499e-b487-9c847021f407" providerId="ADAL" clId="{0F6DE7C8-21E1-4685-BBC5-313C75EB2FBA}" dt="2026-10-01T06:45:00.613" v="1092" actId="478"/>
          <ac:cxnSpMkLst>
            <pc:docMk/>
            <pc:sldMk cId="3219372399" sldId="262"/>
            <ac:cxnSpMk id="25" creationId="{9D86C5A2-E189-6274-D51E-2C7C77D99CA8}"/>
          </ac:cxnSpMkLst>
        </pc:cxnChg>
        <pc:cxnChg chg="mod">
          <ac:chgData name="강창범" userId="6a7447b3-2e50-499e-b487-9c847021f407" providerId="ADAL" clId="{0F6DE7C8-21E1-4685-BBC5-313C75EB2FBA}" dt="2026-10-01T06:45:00.613" v="1092" actId="478"/>
          <ac:cxnSpMkLst>
            <pc:docMk/>
            <pc:sldMk cId="3219372399" sldId="262"/>
            <ac:cxnSpMk id="32" creationId="{DEF66BF9-8928-602B-5B73-82110582E8D0}"/>
          </ac:cxnSpMkLst>
        </pc:cxnChg>
        <pc:cxnChg chg="mod">
          <ac:chgData name="강창범" userId="6a7447b3-2e50-499e-b487-9c847021f407" providerId="ADAL" clId="{0F6DE7C8-21E1-4685-BBC5-313C75EB2FBA}" dt="2026-10-01T06:45:00.613" v="1092" actId="478"/>
          <ac:cxnSpMkLst>
            <pc:docMk/>
            <pc:sldMk cId="3219372399" sldId="262"/>
            <ac:cxnSpMk id="38" creationId="{59BB3BB8-E758-A382-6E90-60BC36B96C67}"/>
          </ac:cxnSpMkLst>
        </pc:cxnChg>
        <pc:cxnChg chg="mod">
          <ac:chgData name="강창범" userId="6a7447b3-2e50-499e-b487-9c847021f407" providerId="ADAL" clId="{0F6DE7C8-21E1-4685-BBC5-313C75EB2FBA}" dt="2026-10-01T06:45:00.613" v="1092" actId="478"/>
          <ac:cxnSpMkLst>
            <pc:docMk/>
            <pc:sldMk cId="3219372399" sldId="262"/>
            <ac:cxnSpMk id="42" creationId="{E108BA52-7691-705C-6A84-8D6FA4B03CC1}"/>
          </ac:cxnSpMkLst>
        </pc:cxnChg>
      </pc:sldChg>
      <pc:sldChg chg="addSp delSp modSp add del mod">
        <pc:chgData name="강창범" userId="6a7447b3-2e50-499e-b487-9c847021f407" providerId="ADAL" clId="{0F6DE7C8-21E1-4685-BBC5-313C75EB2FBA}" dt="2026-10-01T07:41:58.572" v="2438" actId="47"/>
        <pc:sldMkLst>
          <pc:docMk/>
          <pc:sldMk cId="1996572345" sldId="263"/>
        </pc:sldMkLst>
        <pc:spChg chg="add mod">
          <ac:chgData name="강창범" userId="6a7447b3-2e50-499e-b487-9c847021f407" providerId="ADAL" clId="{0F6DE7C8-21E1-4685-BBC5-313C75EB2FBA}" dt="2026-10-01T07:19:21.271" v="1777" actId="1076"/>
          <ac:spMkLst>
            <pc:docMk/>
            <pc:sldMk cId="1996572345" sldId="263"/>
            <ac:spMk id="4" creationId="{5DD375DC-0B2C-08F6-242C-97F62D1FF7AE}"/>
          </ac:spMkLst>
        </pc:spChg>
        <pc:spChg chg="add del mod">
          <ac:chgData name="강창범" userId="6a7447b3-2e50-499e-b487-9c847021f407" providerId="ADAL" clId="{0F6DE7C8-21E1-4685-BBC5-313C75EB2FBA}" dt="2026-10-01T07:10:35.413" v="1632" actId="478"/>
          <ac:spMkLst>
            <pc:docMk/>
            <pc:sldMk cId="1996572345" sldId="263"/>
            <ac:spMk id="8" creationId="{974E26D9-7D08-9835-613A-BC5358F57AB2}"/>
          </ac:spMkLst>
        </pc:spChg>
        <pc:spChg chg="add del mod">
          <ac:chgData name="강창범" userId="6a7447b3-2e50-499e-b487-9c847021f407" providerId="ADAL" clId="{0F6DE7C8-21E1-4685-BBC5-313C75EB2FBA}" dt="2026-10-01T06:50:04.591" v="1308" actId="478"/>
          <ac:spMkLst>
            <pc:docMk/>
            <pc:sldMk cId="1996572345" sldId="263"/>
            <ac:spMk id="10" creationId="{4C2368A6-D326-9486-F32B-A23E9DD5E0A7}"/>
          </ac:spMkLst>
        </pc:spChg>
        <pc:spChg chg="add del mod">
          <ac:chgData name="강창범" userId="6a7447b3-2e50-499e-b487-9c847021f407" providerId="ADAL" clId="{0F6DE7C8-21E1-4685-BBC5-313C75EB2FBA}" dt="2026-10-01T07:10:36.837" v="1634" actId="478"/>
          <ac:spMkLst>
            <pc:docMk/>
            <pc:sldMk cId="1996572345" sldId="263"/>
            <ac:spMk id="14" creationId="{C1925A46-1803-C991-6A3E-4433A5A4260E}"/>
          </ac:spMkLst>
        </pc:spChg>
        <pc:spChg chg="add mod">
          <ac:chgData name="강창범" userId="6a7447b3-2e50-499e-b487-9c847021f407" providerId="ADAL" clId="{0F6DE7C8-21E1-4685-BBC5-313C75EB2FBA}" dt="2026-10-01T07:19:14.675" v="1776" actId="1076"/>
          <ac:spMkLst>
            <pc:docMk/>
            <pc:sldMk cId="1996572345" sldId="263"/>
            <ac:spMk id="16" creationId="{AD28C88D-7608-7086-47E9-2CCE0F244FCB}"/>
          </ac:spMkLst>
        </pc:spChg>
        <pc:spChg chg="add del mod">
          <ac:chgData name="강창범" userId="6a7447b3-2e50-499e-b487-9c847021f407" providerId="ADAL" clId="{0F6DE7C8-21E1-4685-BBC5-313C75EB2FBA}" dt="2026-10-01T06:54:07.429" v="1336" actId="478"/>
          <ac:spMkLst>
            <pc:docMk/>
            <pc:sldMk cId="1996572345" sldId="263"/>
            <ac:spMk id="17" creationId="{A737BC55-66BD-8679-404F-A3B97500CB2C}"/>
          </ac:spMkLst>
        </pc:spChg>
        <pc:spChg chg="add del mod">
          <ac:chgData name="강창범" userId="6a7447b3-2e50-499e-b487-9c847021f407" providerId="ADAL" clId="{0F6DE7C8-21E1-4685-BBC5-313C75EB2FBA}" dt="2026-10-01T06:59:01.127" v="1577" actId="478"/>
          <ac:spMkLst>
            <pc:docMk/>
            <pc:sldMk cId="1996572345" sldId="263"/>
            <ac:spMk id="18" creationId="{C94FBE8C-03A4-5025-7A01-C0C67794D8EE}"/>
          </ac:spMkLst>
        </pc:spChg>
        <pc:spChg chg="add del mod">
          <ac:chgData name="강창범" userId="6a7447b3-2e50-499e-b487-9c847021f407" providerId="ADAL" clId="{0F6DE7C8-21E1-4685-BBC5-313C75EB2FBA}" dt="2026-10-01T07:11:30.917" v="1649" actId="478"/>
          <ac:spMkLst>
            <pc:docMk/>
            <pc:sldMk cId="1996572345" sldId="263"/>
            <ac:spMk id="19" creationId="{0FA826CB-96A4-9AE4-A3E7-8076F8BBF0BE}"/>
          </ac:spMkLst>
        </pc:spChg>
        <pc:grpChg chg="del">
          <ac:chgData name="강창범" userId="6a7447b3-2e50-499e-b487-9c847021f407" providerId="ADAL" clId="{0F6DE7C8-21E1-4685-BBC5-313C75EB2FBA}" dt="2026-10-01T06:48:48.237" v="1290" actId="478"/>
          <ac:grpSpMkLst>
            <pc:docMk/>
            <pc:sldMk cId="1996572345" sldId="263"/>
            <ac:grpSpMk id="13" creationId="{00E77866-97EA-E7D4-3104-5CD0CCA147C7}"/>
          </ac:grpSpMkLst>
        </pc:grpChg>
      </pc:sldChg>
      <pc:sldChg chg="addSp delSp modSp add del mod ord">
        <pc:chgData name="강창범" userId="6a7447b3-2e50-499e-b487-9c847021f407" providerId="ADAL" clId="{0F6DE7C8-21E1-4685-BBC5-313C75EB2FBA}" dt="2026-10-01T07:41:59.249" v="2439" actId="47"/>
        <pc:sldMkLst>
          <pc:docMk/>
          <pc:sldMk cId="1985383698" sldId="264"/>
        </pc:sldMkLst>
        <pc:spChg chg="add mod">
          <ac:chgData name="강창범" userId="6a7447b3-2e50-499e-b487-9c847021f407" providerId="ADAL" clId="{0F6DE7C8-21E1-4685-BBC5-313C75EB2FBA}" dt="2026-10-01T07:30:43.289" v="2059" actId="1076"/>
          <ac:spMkLst>
            <pc:docMk/>
            <pc:sldMk cId="1985383698" sldId="264"/>
            <ac:spMk id="3" creationId="{ED67B3CC-713A-DB0D-78BB-AC993BC6E422}"/>
          </ac:spMkLst>
        </pc:spChg>
        <pc:spChg chg="del mod">
          <ac:chgData name="강창범" userId="6a7447b3-2e50-499e-b487-9c847021f407" providerId="ADAL" clId="{0F6DE7C8-21E1-4685-BBC5-313C75EB2FBA}" dt="2026-10-01T06:49:54.668" v="1305" actId="478"/>
          <ac:spMkLst>
            <pc:docMk/>
            <pc:sldMk cId="1985383698" sldId="264"/>
            <ac:spMk id="4" creationId="{F6F024D5-CE5C-4724-D538-28AD7571113D}"/>
          </ac:spMkLst>
        </pc:spChg>
        <pc:spChg chg="add del mod">
          <ac:chgData name="강창범" userId="6a7447b3-2e50-499e-b487-9c847021f407" providerId="ADAL" clId="{0F6DE7C8-21E1-4685-BBC5-313C75EB2FBA}" dt="2026-10-01T06:59:32.863" v="1580"/>
          <ac:spMkLst>
            <pc:docMk/>
            <pc:sldMk cId="1985383698" sldId="264"/>
            <ac:spMk id="5" creationId="{CFA352B3-41FF-F31A-4EE9-6866BBBD8820}"/>
          </ac:spMkLst>
        </pc:spChg>
        <pc:spChg chg="add mod">
          <ac:chgData name="강창범" userId="6a7447b3-2e50-499e-b487-9c847021f407" providerId="ADAL" clId="{0F6DE7C8-21E1-4685-BBC5-313C75EB2FBA}" dt="2026-10-01T07:13:18.502" v="1712" actId="20577"/>
          <ac:spMkLst>
            <pc:docMk/>
            <pc:sldMk cId="1985383698" sldId="264"/>
            <ac:spMk id="7" creationId="{479BF8DC-F410-231A-A765-93F501C6B1F8}"/>
          </ac:spMkLst>
        </pc:spChg>
        <pc:spChg chg="del">
          <ac:chgData name="강창범" userId="6a7447b3-2e50-499e-b487-9c847021f407" providerId="ADAL" clId="{0F6DE7C8-21E1-4685-BBC5-313C75EB2FBA}" dt="2026-10-01T06:49:57.156" v="1306" actId="478"/>
          <ac:spMkLst>
            <pc:docMk/>
            <pc:sldMk cId="1985383698" sldId="264"/>
            <ac:spMk id="8" creationId="{C3733057-0718-F613-36E9-A55A46ABDE79}"/>
          </ac:spMkLst>
        </pc:spChg>
        <pc:spChg chg="del mod">
          <ac:chgData name="강창범" userId="6a7447b3-2e50-499e-b487-9c847021f407" providerId="ADAL" clId="{0F6DE7C8-21E1-4685-BBC5-313C75EB2FBA}" dt="2026-10-01T06:58:56.407" v="1574" actId="478"/>
          <ac:spMkLst>
            <pc:docMk/>
            <pc:sldMk cId="1985383698" sldId="264"/>
            <ac:spMk id="10" creationId="{777ABE94-DF97-B3D0-6FF7-BBE940C5D4A2}"/>
          </ac:spMkLst>
        </pc:spChg>
        <pc:spChg chg="add mod">
          <ac:chgData name="강창범" userId="6a7447b3-2e50-499e-b487-9c847021f407" providerId="ADAL" clId="{0F6DE7C8-21E1-4685-BBC5-313C75EB2FBA}" dt="2026-10-01T07:12:45.217" v="1692" actId="1076"/>
          <ac:spMkLst>
            <pc:docMk/>
            <pc:sldMk cId="1985383698" sldId="264"/>
            <ac:spMk id="13" creationId="{2B9D1206-0D50-3F77-CB42-354A5AA0BFBA}"/>
          </ac:spMkLst>
        </pc:spChg>
        <pc:spChg chg="add mod">
          <ac:chgData name="강창범" userId="6a7447b3-2e50-499e-b487-9c847021f407" providerId="ADAL" clId="{0F6DE7C8-21E1-4685-BBC5-313C75EB2FBA}" dt="2026-10-01T07:12:49.131" v="1693" actId="1076"/>
          <ac:spMkLst>
            <pc:docMk/>
            <pc:sldMk cId="1985383698" sldId="264"/>
            <ac:spMk id="15" creationId="{675CBB72-7389-2C9A-43F8-0BEF3D2E916A}"/>
          </ac:spMkLst>
        </pc:spChg>
        <pc:graphicFrameChg chg="add del mod modGraphic">
          <ac:chgData name="강창범" userId="6a7447b3-2e50-499e-b487-9c847021f407" providerId="ADAL" clId="{0F6DE7C8-21E1-4685-BBC5-313C75EB2FBA}" dt="2026-10-01T07:00:39.862" v="1592" actId="478"/>
          <ac:graphicFrameMkLst>
            <pc:docMk/>
            <pc:sldMk cId="1985383698" sldId="264"/>
            <ac:graphicFrameMk id="11" creationId="{B1186BE4-8974-659D-94DE-C723C13DE617}"/>
          </ac:graphicFrameMkLst>
        </pc:graphicFrameChg>
      </pc:sldChg>
      <pc:sldChg chg="addSp delSp modSp add mod ord">
        <pc:chgData name="강창범" userId="6a7447b3-2e50-499e-b487-9c847021f407" providerId="ADAL" clId="{0F6DE7C8-21E1-4685-BBC5-313C75EB2FBA}" dt="2026-10-02T03:45:03.589" v="5239" actId="478"/>
        <pc:sldMkLst>
          <pc:docMk/>
          <pc:sldMk cId="1956501956" sldId="265"/>
        </pc:sldMkLst>
        <pc:spChg chg="del">
          <ac:chgData name="강창범" userId="6a7447b3-2e50-499e-b487-9c847021f407" providerId="ADAL" clId="{0F6DE7C8-21E1-4685-BBC5-313C75EB2FBA}" dt="2026-10-01T07:00:42.222" v="1593" actId="478"/>
          <ac:spMkLst>
            <pc:docMk/>
            <pc:sldMk cId="1956501956" sldId="265"/>
            <ac:spMk id="3" creationId="{2E84125C-2A7C-48DA-9366-FEFC3B999AB9}"/>
          </ac:spMkLst>
        </pc:spChg>
        <pc:spChg chg="add del mod">
          <ac:chgData name="강창범" userId="6a7447b3-2e50-499e-b487-9c847021f407" providerId="ADAL" clId="{0F6DE7C8-21E1-4685-BBC5-313C75EB2FBA}" dt="2026-10-01T09:13:12.943" v="4978" actId="478"/>
          <ac:spMkLst>
            <pc:docMk/>
            <pc:sldMk cId="1956501956" sldId="265"/>
            <ac:spMk id="5" creationId="{A1E614D9-6681-F065-E31C-E5AF50B11D10}"/>
          </ac:spMkLst>
        </pc:spChg>
        <pc:spChg chg="add del mod">
          <ac:chgData name="강창범" userId="6a7447b3-2e50-499e-b487-9c847021f407" providerId="ADAL" clId="{0F6DE7C8-21E1-4685-BBC5-313C75EB2FBA}" dt="2026-10-01T09:13:12.943" v="4978" actId="478"/>
          <ac:spMkLst>
            <pc:docMk/>
            <pc:sldMk cId="1956501956" sldId="265"/>
            <ac:spMk id="6" creationId="{8A7A515D-5DC6-2DE8-0AAC-7D5C6228F3C5}"/>
          </ac:spMkLst>
        </pc:spChg>
        <pc:spChg chg="del">
          <ac:chgData name="강창범" userId="6a7447b3-2e50-499e-b487-9c847021f407" providerId="ADAL" clId="{0F6DE7C8-21E1-4685-BBC5-313C75EB2FBA}" dt="2026-10-01T07:00:42.973" v="1594" actId="478"/>
          <ac:spMkLst>
            <pc:docMk/>
            <pc:sldMk cId="1956501956" sldId="265"/>
            <ac:spMk id="7" creationId="{DDF9C514-A572-382A-1E05-6E4365E74A7E}"/>
          </ac:spMkLst>
        </pc:spChg>
        <pc:spChg chg="add del mod">
          <ac:chgData name="강창범" userId="6a7447b3-2e50-499e-b487-9c847021f407" providerId="ADAL" clId="{0F6DE7C8-21E1-4685-BBC5-313C75EB2FBA}" dt="2026-10-01T09:13:12.943" v="4978" actId="478"/>
          <ac:spMkLst>
            <pc:docMk/>
            <pc:sldMk cId="1956501956" sldId="265"/>
            <ac:spMk id="8" creationId="{ABECAC7C-7D1A-8AC5-C85B-2562CF549ECD}"/>
          </ac:spMkLst>
        </pc:spChg>
        <pc:spChg chg="mod">
          <ac:chgData name="강창범" userId="6a7447b3-2e50-499e-b487-9c847021f407" providerId="ADAL" clId="{0F6DE7C8-21E1-4685-BBC5-313C75EB2FBA}" dt="2026-10-01T08:28:59.985" v="3374" actId="20577"/>
          <ac:spMkLst>
            <pc:docMk/>
            <pc:sldMk cId="1956501956" sldId="265"/>
            <ac:spMk id="9" creationId="{6A49E39E-A0DF-E293-83F4-DC167E53A39C}"/>
          </ac:spMkLst>
        </pc:spChg>
        <pc:spChg chg="add del mod">
          <ac:chgData name="강창범" userId="6a7447b3-2e50-499e-b487-9c847021f407" providerId="ADAL" clId="{0F6DE7C8-21E1-4685-BBC5-313C75EB2FBA}" dt="2026-10-01T09:13:12.943" v="4978" actId="478"/>
          <ac:spMkLst>
            <pc:docMk/>
            <pc:sldMk cId="1956501956" sldId="265"/>
            <ac:spMk id="10" creationId="{1B4EFDC1-E61C-77D1-79A0-006E571E45CB}"/>
          </ac:spMkLst>
        </pc:spChg>
        <pc:spChg chg="add del mod">
          <ac:chgData name="강창범" userId="6a7447b3-2e50-499e-b487-9c847021f407" providerId="ADAL" clId="{0F6DE7C8-21E1-4685-BBC5-313C75EB2FBA}" dt="2026-10-01T09:13:12.943" v="4978" actId="478"/>
          <ac:spMkLst>
            <pc:docMk/>
            <pc:sldMk cId="1956501956" sldId="265"/>
            <ac:spMk id="12" creationId="{958EA060-6CE2-55E4-2FBE-60AF74413CD7}"/>
          </ac:spMkLst>
        </pc:spChg>
        <pc:spChg chg="add del mod">
          <ac:chgData name="강창범" userId="6a7447b3-2e50-499e-b487-9c847021f407" providerId="ADAL" clId="{0F6DE7C8-21E1-4685-BBC5-313C75EB2FBA}" dt="2026-10-01T09:13:12.943" v="4978" actId="478"/>
          <ac:spMkLst>
            <pc:docMk/>
            <pc:sldMk cId="1956501956" sldId="265"/>
            <ac:spMk id="13" creationId="{80C0EF8A-8B71-883E-E7C8-9C46907F5C01}"/>
          </ac:spMkLst>
        </pc:spChg>
        <pc:spChg chg="add del mod">
          <ac:chgData name="강창범" userId="6a7447b3-2e50-499e-b487-9c847021f407" providerId="ADAL" clId="{0F6DE7C8-21E1-4685-BBC5-313C75EB2FBA}" dt="2026-10-01T09:13:12.943" v="4978" actId="478"/>
          <ac:spMkLst>
            <pc:docMk/>
            <pc:sldMk cId="1956501956" sldId="265"/>
            <ac:spMk id="14" creationId="{32636B28-60EF-B542-4C22-C320DBBFB262}"/>
          </ac:spMkLst>
        </pc:spChg>
        <pc:spChg chg="add del mod">
          <ac:chgData name="강창범" userId="6a7447b3-2e50-499e-b487-9c847021f407" providerId="ADAL" clId="{0F6DE7C8-21E1-4685-BBC5-313C75EB2FBA}" dt="2026-10-02T03:45:03.589" v="5239" actId="478"/>
          <ac:spMkLst>
            <pc:docMk/>
            <pc:sldMk cId="1956501956" sldId="265"/>
            <ac:spMk id="15" creationId="{EE9FAD48-560D-A81A-E0D1-A9B01107BD66}"/>
          </ac:spMkLst>
        </pc:spChg>
        <pc:graphicFrameChg chg="add del mod modGraphic">
          <ac:chgData name="강창범" userId="6a7447b3-2e50-499e-b487-9c847021f407" providerId="ADAL" clId="{0F6DE7C8-21E1-4685-BBC5-313C75EB2FBA}" dt="2026-10-01T08:29:01.071" v="3375" actId="478"/>
          <ac:graphicFrameMkLst>
            <pc:docMk/>
            <pc:sldMk cId="1956501956" sldId="265"/>
            <ac:graphicFrameMk id="2" creationId="{DCA8470D-D938-D650-8AAA-202E9903DA8B}"/>
          </ac:graphicFrameMkLst>
        </pc:graphicFrameChg>
        <pc:graphicFrameChg chg="add mod modGraphic">
          <ac:chgData name="강창범" userId="6a7447b3-2e50-499e-b487-9c847021f407" providerId="ADAL" clId="{0F6DE7C8-21E1-4685-BBC5-313C75EB2FBA}" dt="2026-10-01T09:21:59.325" v="5104" actId="2165"/>
          <ac:graphicFrameMkLst>
            <pc:docMk/>
            <pc:sldMk cId="1956501956" sldId="265"/>
            <ac:graphicFrameMk id="4" creationId="{0FD5A8C1-147F-61D7-C963-60C3CFC7FB2F}"/>
          </ac:graphicFrameMkLst>
        </pc:graphicFrameChg>
        <pc:graphicFrameChg chg="del mod modGraphic">
          <ac:chgData name="강창범" userId="6a7447b3-2e50-499e-b487-9c847021f407" providerId="ADAL" clId="{0F6DE7C8-21E1-4685-BBC5-313C75EB2FBA}" dt="2026-10-01T07:34:47.597" v="2241" actId="478"/>
          <ac:graphicFrameMkLst>
            <pc:docMk/>
            <pc:sldMk cId="1956501956" sldId="265"/>
            <ac:graphicFrameMk id="11" creationId="{C8A6EF63-0F43-BFC4-2022-BBD264D281FB}"/>
          </ac:graphicFrameMkLst>
        </pc:graphicFrameChg>
      </pc:sldChg>
      <pc:sldChg chg="addSp delSp modSp add mod ord">
        <pc:chgData name="강창범" userId="6a7447b3-2e50-499e-b487-9c847021f407" providerId="ADAL" clId="{0F6DE7C8-21E1-4685-BBC5-313C75EB2FBA}" dt="2026-10-01T08:34:18.620" v="3563" actId="1076"/>
        <pc:sldMkLst>
          <pc:docMk/>
          <pc:sldMk cId="355263843" sldId="266"/>
        </pc:sldMkLst>
        <pc:spChg chg="add mod">
          <ac:chgData name="강창범" userId="6a7447b3-2e50-499e-b487-9c847021f407" providerId="ADAL" clId="{0F6DE7C8-21E1-4685-BBC5-313C75EB2FBA}" dt="2026-10-01T08:33:00.303" v="3538" actId="20577"/>
          <ac:spMkLst>
            <pc:docMk/>
            <pc:sldMk cId="355263843" sldId="266"/>
            <ac:spMk id="2" creationId="{E1648F5F-9DC7-6F12-8BCD-3E012466F58D}"/>
          </ac:spMkLst>
        </pc:spChg>
        <pc:spChg chg="add mod">
          <ac:chgData name="강창범" userId="6a7447b3-2e50-499e-b487-9c847021f407" providerId="ADAL" clId="{0F6DE7C8-21E1-4685-BBC5-313C75EB2FBA}" dt="2026-10-01T08:34:18.620" v="3563" actId="1076"/>
          <ac:spMkLst>
            <pc:docMk/>
            <pc:sldMk cId="355263843" sldId="266"/>
            <ac:spMk id="3" creationId="{10DBE39E-6E2D-1A9F-A95E-4548F551FD1B}"/>
          </ac:spMkLst>
        </pc:spChg>
        <pc:spChg chg="del">
          <ac:chgData name="강창범" userId="6a7447b3-2e50-499e-b487-9c847021f407" providerId="ADAL" clId="{0F6DE7C8-21E1-4685-BBC5-313C75EB2FBA}" dt="2026-10-01T07:29:05.841" v="2023" actId="478"/>
          <ac:spMkLst>
            <pc:docMk/>
            <pc:sldMk cId="355263843" sldId="266"/>
            <ac:spMk id="4" creationId="{964F7DA9-F1F6-5CE5-638B-B93A62403155}"/>
          </ac:spMkLst>
        </pc:spChg>
        <pc:spChg chg="add mod">
          <ac:chgData name="강창범" userId="6a7447b3-2e50-499e-b487-9c847021f407" providerId="ADAL" clId="{0F6DE7C8-21E1-4685-BBC5-313C75EB2FBA}" dt="2026-10-01T08:32:32.546" v="3499" actId="255"/>
          <ac:spMkLst>
            <pc:docMk/>
            <pc:sldMk cId="355263843" sldId="266"/>
            <ac:spMk id="5" creationId="{EEB5D9C9-D56B-F3EA-64FE-5012CFE61918}"/>
          </ac:spMkLst>
        </pc:spChg>
        <pc:spChg chg="mod">
          <ac:chgData name="강창범" userId="6a7447b3-2e50-499e-b487-9c847021f407" providerId="ADAL" clId="{0F6DE7C8-21E1-4685-BBC5-313C75EB2FBA}" dt="2026-10-01T08:29:57.833" v="3397" actId="20577"/>
          <ac:spMkLst>
            <pc:docMk/>
            <pc:sldMk cId="355263843" sldId="266"/>
            <ac:spMk id="9" creationId="{89585C24-BE0A-7D04-7DB5-3F95CEFD7365}"/>
          </ac:spMkLst>
        </pc:spChg>
        <pc:spChg chg="add mod">
          <ac:chgData name="강창범" userId="6a7447b3-2e50-499e-b487-9c847021f407" providerId="ADAL" clId="{0F6DE7C8-21E1-4685-BBC5-313C75EB2FBA}" dt="2026-10-01T07:38:47.012" v="2384" actId="571"/>
          <ac:spMkLst>
            <pc:docMk/>
            <pc:sldMk cId="355263843" sldId="266"/>
            <ac:spMk id="12" creationId="{E6DB4054-2CE5-D4CE-4BF5-2B8C0A6BFC24}"/>
          </ac:spMkLst>
        </pc:spChg>
        <pc:spChg chg="del">
          <ac:chgData name="강창범" userId="6a7447b3-2e50-499e-b487-9c847021f407" providerId="ADAL" clId="{0F6DE7C8-21E1-4685-BBC5-313C75EB2FBA}" dt="2026-10-01T07:29:06.704" v="2024" actId="478"/>
          <ac:spMkLst>
            <pc:docMk/>
            <pc:sldMk cId="355263843" sldId="266"/>
            <ac:spMk id="16" creationId="{2C998B59-D554-E45E-B44E-717F590EE452}"/>
          </ac:spMkLst>
        </pc:spChg>
        <pc:spChg chg="add mod">
          <ac:chgData name="강창범" userId="6a7447b3-2e50-499e-b487-9c847021f407" providerId="ADAL" clId="{0F6DE7C8-21E1-4685-BBC5-313C75EB2FBA}" dt="2026-10-01T08:32:32.546" v="3499" actId="255"/>
          <ac:spMkLst>
            <pc:docMk/>
            <pc:sldMk cId="355263843" sldId="266"/>
            <ac:spMk id="24" creationId="{47026C73-201E-786B-10C2-EB8E725632F7}"/>
          </ac:spMkLst>
        </pc:spChg>
        <pc:spChg chg="add del mod">
          <ac:chgData name="강창범" userId="6a7447b3-2e50-499e-b487-9c847021f407" providerId="ADAL" clId="{0F6DE7C8-21E1-4685-BBC5-313C75EB2FBA}" dt="2026-10-01T07:50:11.710" v="2456" actId="478"/>
          <ac:spMkLst>
            <pc:docMk/>
            <pc:sldMk cId="355263843" sldId="266"/>
            <ac:spMk id="25" creationId="{54666813-26B9-200E-D626-217B405C8CDD}"/>
          </ac:spMkLst>
        </pc:spChg>
        <pc:spChg chg="add del mod">
          <ac:chgData name="강창범" userId="6a7447b3-2e50-499e-b487-9c847021f407" providerId="ADAL" clId="{0F6DE7C8-21E1-4685-BBC5-313C75EB2FBA}" dt="2026-10-01T07:50:13.565" v="2457" actId="478"/>
          <ac:spMkLst>
            <pc:docMk/>
            <pc:sldMk cId="355263843" sldId="266"/>
            <ac:spMk id="26" creationId="{FD530B33-A904-075F-3E0E-2DC65324B572}"/>
          </ac:spMkLst>
        </pc:spChg>
        <pc:spChg chg="add del mod">
          <ac:chgData name="강창범" userId="6a7447b3-2e50-499e-b487-9c847021f407" providerId="ADAL" clId="{0F6DE7C8-21E1-4685-BBC5-313C75EB2FBA}" dt="2026-10-01T07:56:18.396" v="2569" actId="478"/>
          <ac:spMkLst>
            <pc:docMk/>
            <pc:sldMk cId="355263843" sldId="266"/>
            <ac:spMk id="27" creationId="{F3E4F4FF-F624-C179-5623-65031E5CACDC}"/>
          </ac:spMkLst>
        </pc:spChg>
        <pc:spChg chg="add mod">
          <ac:chgData name="강창범" userId="6a7447b3-2e50-499e-b487-9c847021f407" providerId="ADAL" clId="{0F6DE7C8-21E1-4685-BBC5-313C75EB2FBA}" dt="2026-10-01T08:32:32.546" v="3499" actId="255"/>
          <ac:spMkLst>
            <pc:docMk/>
            <pc:sldMk cId="355263843" sldId="266"/>
            <ac:spMk id="28" creationId="{15C7F78A-272B-E0E9-C01E-C13E4E37B462}"/>
          </ac:spMkLst>
        </pc:spChg>
        <pc:spChg chg="mod">
          <ac:chgData name="강창범" userId="6a7447b3-2e50-499e-b487-9c847021f407" providerId="ADAL" clId="{0F6DE7C8-21E1-4685-BBC5-313C75EB2FBA}" dt="2026-10-01T08:32:42.995" v="3501" actId="1076"/>
          <ac:spMkLst>
            <pc:docMk/>
            <pc:sldMk cId="355263843" sldId="266"/>
            <ac:spMk id="34" creationId="{EFA5B113-1B84-857F-325E-DB9B8D0F79CB}"/>
          </ac:spMkLst>
        </pc:spChg>
        <pc:spChg chg="mod">
          <ac:chgData name="강창범" userId="6a7447b3-2e50-499e-b487-9c847021f407" providerId="ADAL" clId="{0F6DE7C8-21E1-4685-BBC5-313C75EB2FBA}" dt="2026-10-01T08:32:32.546" v="3499" actId="255"/>
          <ac:spMkLst>
            <pc:docMk/>
            <pc:sldMk cId="355263843" sldId="266"/>
            <ac:spMk id="35" creationId="{FF1B5A6C-9CA8-59F3-0584-43E7D214A10D}"/>
          </ac:spMkLst>
        </pc:spChg>
        <pc:spChg chg="mod">
          <ac:chgData name="강창범" userId="6a7447b3-2e50-499e-b487-9c847021f407" providerId="ADAL" clId="{0F6DE7C8-21E1-4685-BBC5-313C75EB2FBA}" dt="2026-10-01T08:32:40.607" v="3500" actId="1076"/>
          <ac:spMkLst>
            <pc:docMk/>
            <pc:sldMk cId="355263843" sldId="266"/>
            <ac:spMk id="36" creationId="{D4BF38F9-40DB-36AD-476A-882135E9BCFA}"/>
          </ac:spMkLst>
        </pc:spChg>
        <pc:spChg chg="mod">
          <ac:chgData name="강창범" userId="6a7447b3-2e50-499e-b487-9c847021f407" providerId="ADAL" clId="{0F6DE7C8-21E1-4685-BBC5-313C75EB2FBA}" dt="2026-10-01T07:52:52.237" v="2520" actId="571"/>
          <ac:spMkLst>
            <pc:docMk/>
            <pc:sldMk cId="355263843" sldId="266"/>
            <ac:spMk id="37" creationId="{9D223C0A-0FAE-ADEE-7EDC-6F560A732823}"/>
          </ac:spMkLst>
        </pc:spChg>
        <pc:spChg chg="del mod">
          <ac:chgData name="강창범" userId="6a7447b3-2e50-499e-b487-9c847021f407" providerId="ADAL" clId="{0F6DE7C8-21E1-4685-BBC5-313C75EB2FBA}" dt="2026-10-01T07:51:16.693" v="2488" actId="478"/>
          <ac:spMkLst>
            <pc:docMk/>
            <pc:sldMk cId="355263843" sldId="266"/>
            <ac:spMk id="45" creationId="{27726838-C75C-F2AB-FCF3-FAD0E38544AC}"/>
          </ac:spMkLst>
        </pc:spChg>
        <pc:spChg chg="del mod">
          <ac:chgData name="강창범" userId="6a7447b3-2e50-499e-b487-9c847021f407" providerId="ADAL" clId="{0F6DE7C8-21E1-4685-BBC5-313C75EB2FBA}" dt="2026-10-01T07:51:24.008" v="2493" actId="478"/>
          <ac:spMkLst>
            <pc:docMk/>
            <pc:sldMk cId="355263843" sldId="266"/>
            <ac:spMk id="46" creationId="{147C4FB3-ECC8-8BAA-2C56-6416BBDF2B4F}"/>
          </ac:spMkLst>
        </pc:spChg>
        <pc:spChg chg="del mod">
          <ac:chgData name="강창범" userId="6a7447b3-2e50-499e-b487-9c847021f407" providerId="ADAL" clId="{0F6DE7C8-21E1-4685-BBC5-313C75EB2FBA}" dt="2026-10-01T07:51:21.241" v="2492" actId="478"/>
          <ac:spMkLst>
            <pc:docMk/>
            <pc:sldMk cId="355263843" sldId="266"/>
            <ac:spMk id="47" creationId="{C9BD11DD-2944-3D24-D6CC-F7DE2A2CED51}"/>
          </ac:spMkLst>
        </pc:spChg>
        <pc:spChg chg="del mod">
          <ac:chgData name="강창범" userId="6a7447b3-2e50-499e-b487-9c847021f407" providerId="ADAL" clId="{0F6DE7C8-21E1-4685-BBC5-313C75EB2FBA}" dt="2026-10-01T07:51:34.677" v="2498" actId="478"/>
          <ac:spMkLst>
            <pc:docMk/>
            <pc:sldMk cId="355263843" sldId="266"/>
            <ac:spMk id="48" creationId="{9740DB6B-EC92-C9C6-9BA5-89CA18B6ACB2}"/>
          </ac:spMkLst>
        </pc:spChg>
        <pc:spChg chg="add mod">
          <ac:chgData name="강창범" userId="6a7447b3-2e50-499e-b487-9c847021f407" providerId="ADAL" clId="{0F6DE7C8-21E1-4685-BBC5-313C75EB2FBA}" dt="2026-10-01T08:32:48.276" v="3503" actId="1076"/>
          <ac:spMkLst>
            <pc:docMk/>
            <pc:sldMk cId="355263843" sldId="266"/>
            <ac:spMk id="56" creationId="{F24ED1A2-30A5-E923-87E7-83DE331A574E}"/>
          </ac:spMkLst>
        </pc:spChg>
        <pc:spChg chg="add mod">
          <ac:chgData name="강창범" userId="6a7447b3-2e50-499e-b487-9c847021f407" providerId="ADAL" clId="{0F6DE7C8-21E1-4685-BBC5-313C75EB2FBA}" dt="2026-10-01T07:52:06.515" v="2508" actId="571"/>
          <ac:spMkLst>
            <pc:docMk/>
            <pc:sldMk cId="355263843" sldId="266"/>
            <ac:spMk id="58" creationId="{B47B5C2B-76A3-877E-9ABE-93201DBE0DEE}"/>
          </ac:spMkLst>
        </pc:spChg>
        <pc:spChg chg="add mod">
          <ac:chgData name="강창범" userId="6a7447b3-2e50-499e-b487-9c847021f407" providerId="ADAL" clId="{0F6DE7C8-21E1-4685-BBC5-313C75EB2FBA}" dt="2026-10-01T08:32:32.546" v="3499" actId="255"/>
          <ac:spMkLst>
            <pc:docMk/>
            <pc:sldMk cId="355263843" sldId="266"/>
            <ac:spMk id="66" creationId="{BB6AC29A-D5C2-9680-14B6-345A5893CB00}"/>
          </ac:spMkLst>
        </pc:spChg>
        <pc:spChg chg="add mod">
          <ac:chgData name="강창범" userId="6a7447b3-2e50-499e-b487-9c847021f407" providerId="ADAL" clId="{0F6DE7C8-21E1-4685-BBC5-313C75EB2FBA}" dt="2026-10-01T08:32:45.048" v="3502" actId="1076"/>
          <ac:spMkLst>
            <pc:docMk/>
            <pc:sldMk cId="355263843" sldId="266"/>
            <ac:spMk id="67" creationId="{DD16BFEA-C59E-5DA1-E261-34B3A463612D}"/>
          </ac:spMkLst>
        </pc:spChg>
        <pc:spChg chg="add mod">
          <ac:chgData name="강창범" userId="6a7447b3-2e50-499e-b487-9c847021f407" providerId="ADAL" clId="{0F6DE7C8-21E1-4685-BBC5-313C75EB2FBA}" dt="2026-10-01T08:32:32.546" v="3499" actId="255"/>
          <ac:spMkLst>
            <pc:docMk/>
            <pc:sldMk cId="355263843" sldId="266"/>
            <ac:spMk id="71" creationId="{F1B49010-EB29-3032-11F1-547E1A446552}"/>
          </ac:spMkLst>
        </pc:spChg>
        <pc:spChg chg="add mod">
          <ac:chgData name="강창범" userId="6a7447b3-2e50-499e-b487-9c847021f407" providerId="ADAL" clId="{0F6DE7C8-21E1-4685-BBC5-313C75EB2FBA}" dt="2026-10-01T07:54:20.858" v="2553" actId="164"/>
          <ac:spMkLst>
            <pc:docMk/>
            <pc:sldMk cId="355263843" sldId="266"/>
            <ac:spMk id="72" creationId="{6D1221F0-A759-D1BD-8283-FF4832D884DF}"/>
          </ac:spMkLst>
        </pc:spChg>
        <pc:spChg chg="add mod">
          <ac:chgData name="강창범" userId="6a7447b3-2e50-499e-b487-9c847021f407" providerId="ADAL" clId="{0F6DE7C8-21E1-4685-BBC5-313C75EB2FBA}" dt="2026-10-01T08:32:32.546" v="3499" actId="255"/>
          <ac:spMkLst>
            <pc:docMk/>
            <pc:sldMk cId="355263843" sldId="266"/>
            <ac:spMk id="74" creationId="{C5183FBB-4F09-956C-2B53-6FE4132965BF}"/>
          </ac:spMkLst>
        </pc:spChg>
        <pc:spChg chg="add del mod">
          <ac:chgData name="강창범" userId="6a7447b3-2e50-499e-b487-9c847021f407" providerId="ADAL" clId="{0F6DE7C8-21E1-4685-BBC5-313C75EB2FBA}" dt="2026-10-01T08:00:01.359" v="2601"/>
          <ac:spMkLst>
            <pc:docMk/>
            <pc:sldMk cId="355263843" sldId="266"/>
            <ac:spMk id="76" creationId="{B0CA8AFE-68C3-77D3-A498-C7DEE003C31B}"/>
          </ac:spMkLst>
        </pc:spChg>
        <pc:grpChg chg="add mod">
          <ac:chgData name="강창범" userId="6a7447b3-2e50-499e-b487-9c847021f407" providerId="ADAL" clId="{0F6DE7C8-21E1-4685-BBC5-313C75EB2FBA}" dt="2026-10-01T07:42:45.682" v="2448" actId="164"/>
          <ac:grpSpMkLst>
            <pc:docMk/>
            <pc:sldMk cId="355263843" sldId="266"/>
            <ac:grpSpMk id="13" creationId="{45428472-FEA9-A0AF-A943-62FEFE2C4B24}"/>
          </ac:grpSpMkLst>
        </pc:grpChg>
        <pc:grpChg chg="add mod">
          <ac:chgData name="강창범" userId="6a7447b3-2e50-499e-b487-9c847021f407" providerId="ADAL" clId="{0F6DE7C8-21E1-4685-BBC5-313C75EB2FBA}" dt="2026-10-01T07:53:36.533" v="2540" actId="164"/>
          <ac:grpSpMkLst>
            <pc:docMk/>
            <pc:sldMk cId="355263843" sldId="266"/>
            <ac:grpSpMk id="29" creationId="{FAAA93FB-3972-9539-D976-AA699F6B0004}"/>
          </ac:grpSpMkLst>
        </pc:grpChg>
        <pc:grpChg chg="add mod">
          <ac:chgData name="강창범" userId="6a7447b3-2e50-499e-b487-9c847021f407" providerId="ADAL" clId="{0F6DE7C8-21E1-4685-BBC5-313C75EB2FBA}" dt="2026-10-01T07:53:36.533" v="2540" actId="164"/>
          <ac:grpSpMkLst>
            <pc:docMk/>
            <pc:sldMk cId="355263843" sldId="266"/>
            <ac:grpSpMk id="30" creationId="{AF5FE75D-2EB9-066F-DF75-79F942A141BD}"/>
          </ac:grpSpMkLst>
        </pc:grpChg>
        <pc:grpChg chg="mod">
          <ac:chgData name="강창범" userId="6a7447b3-2e50-499e-b487-9c847021f407" providerId="ADAL" clId="{0F6DE7C8-21E1-4685-BBC5-313C75EB2FBA}" dt="2026-10-01T07:52:52.237" v="2520" actId="571"/>
          <ac:grpSpMkLst>
            <pc:docMk/>
            <pc:sldMk cId="355263843" sldId="266"/>
            <ac:grpSpMk id="31" creationId="{18B038B1-010E-7C28-CC06-8399E7B4F4A9}"/>
          </ac:grpSpMkLst>
        </pc:grpChg>
        <pc:grpChg chg="add del mod">
          <ac:chgData name="강창범" userId="6a7447b3-2e50-499e-b487-9c847021f407" providerId="ADAL" clId="{0F6DE7C8-21E1-4685-BBC5-313C75EB2FBA}" dt="2026-10-01T07:51:26.897" v="2495" actId="478"/>
          <ac:grpSpMkLst>
            <pc:docMk/>
            <pc:sldMk cId="355263843" sldId="266"/>
            <ac:grpSpMk id="41" creationId="{E5385ACB-D885-7842-B638-A7583D828ED5}"/>
          </ac:grpSpMkLst>
        </pc:grpChg>
        <pc:grpChg chg="mod topLvl">
          <ac:chgData name="강창범" userId="6a7447b3-2e50-499e-b487-9c847021f407" providerId="ADAL" clId="{0F6DE7C8-21E1-4685-BBC5-313C75EB2FBA}" dt="2026-10-01T07:53:36.533" v="2540" actId="164"/>
          <ac:grpSpMkLst>
            <pc:docMk/>
            <pc:sldMk cId="355263843" sldId="266"/>
            <ac:grpSpMk id="42" creationId="{9B89F966-162E-5B12-A58E-607309E08378}"/>
          </ac:grpSpMkLst>
        </pc:grpChg>
        <pc:grpChg chg="add mod">
          <ac:chgData name="강창범" userId="6a7447b3-2e50-499e-b487-9c847021f407" providerId="ADAL" clId="{0F6DE7C8-21E1-4685-BBC5-313C75EB2FBA}" dt="2026-10-01T07:54:20.858" v="2553" actId="164"/>
          <ac:grpSpMkLst>
            <pc:docMk/>
            <pc:sldMk cId="355263843" sldId="266"/>
            <ac:grpSpMk id="70" creationId="{AC2A13FF-35E7-6C39-0A44-E0B76E03F0D3}"/>
          </ac:grpSpMkLst>
        </pc:grpChg>
        <pc:grpChg chg="add del mod">
          <ac:chgData name="강창범" userId="6a7447b3-2e50-499e-b487-9c847021f407" providerId="ADAL" clId="{0F6DE7C8-21E1-4685-BBC5-313C75EB2FBA}" dt="2026-10-01T07:58:20.911" v="2596" actId="1076"/>
          <ac:grpSpMkLst>
            <pc:docMk/>
            <pc:sldMk cId="355263843" sldId="266"/>
            <ac:grpSpMk id="73" creationId="{0F9696C7-49C9-3870-8271-A4F44B979A55}"/>
          </ac:grpSpMkLst>
        </pc:grpChg>
        <pc:cxnChg chg="add del mod">
          <ac:chgData name="강창범" userId="6a7447b3-2e50-499e-b487-9c847021f407" providerId="ADAL" clId="{0F6DE7C8-21E1-4685-BBC5-313C75EB2FBA}" dt="2026-10-01T07:58:05.767" v="2590" actId="478"/>
          <ac:cxnSpMkLst>
            <pc:docMk/>
            <pc:sldMk cId="355263843" sldId="266"/>
            <ac:cxnSpMk id="7" creationId="{0CC7412A-2CB2-F32D-78FB-62AA87A1E709}"/>
          </ac:cxnSpMkLst>
        </pc:cxnChg>
        <pc:cxnChg chg="add del mod">
          <ac:chgData name="강창범" userId="6a7447b3-2e50-499e-b487-9c847021f407" providerId="ADAL" clId="{0F6DE7C8-21E1-4685-BBC5-313C75EB2FBA}" dt="2026-10-01T07:58:18.339" v="2594" actId="478"/>
          <ac:cxnSpMkLst>
            <pc:docMk/>
            <pc:sldMk cId="355263843" sldId="266"/>
            <ac:cxnSpMk id="8" creationId="{0A4102CE-FF63-0374-6190-3329695E1FFC}"/>
          </ac:cxnSpMkLst>
        </pc:cxnChg>
        <pc:cxnChg chg="add mod">
          <ac:chgData name="강창범" userId="6a7447b3-2e50-499e-b487-9c847021f407" providerId="ADAL" clId="{0F6DE7C8-21E1-4685-BBC5-313C75EB2FBA}" dt="2026-10-01T08:30:07.865" v="3399" actId="14100"/>
          <ac:cxnSpMkLst>
            <pc:docMk/>
            <pc:sldMk cId="355263843" sldId="266"/>
            <ac:cxnSpMk id="14" creationId="{D160C33F-4C8A-0714-F6FC-5707344492A6}"/>
          </ac:cxnSpMkLst>
        </pc:cxnChg>
        <pc:cxnChg chg="add del mod">
          <ac:chgData name="강창범" userId="6a7447b3-2e50-499e-b487-9c847021f407" providerId="ADAL" clId="{0F6DE7C8-21E1-4685-BBC5-313C75EB2FBA}" dt="2026-10-01T07:58:07.273" v="2591" actId="478"/>
          <ac:cxnSpMkLst>
            <pc:docMk/>
            <pc:sldMk cId="355263843" sldId="266"/>
            <ac:cxnSpMk id="20" creationId="{B13E1F38-8048-AA57-D497-9096A58B1FCC}"/>
          </ac:cxnSpMkLst>
        </pc:cxnChg>
        <pc:cxnChg chg="add del mod">
          <ac:chgData name="강창범" userId="6a7447b3-2e50-499e-b487-9c847021f407" providerId="ADAL" clId="{0F6DE7C8-21E1-4685-BBC5-313C75EB2FBA}" dt="2026-10-01T07:58:19.653" v="2595" actId="478"/>
          <ac:cxnSpMkLst>
            <pc:docMk/>
            <pc:sldMk cId="355263843" sldId="266"/>
            <ac:cxnSpMk id="21" creationId="{632BD7E3-7F54-6411-C9A6-32054433D56E}"/>
          </ac:cxnSpMkLst>
        </pc:cxnChg>
        <pc:cxnChg chg="del mod">
          <ac:chgData name="강창범" userId="6a7447b3-2e50-499e-b487-9c847021f407" providerId="ADAL" clId="{0F6DE7C8-21E1-4685-BBC5-313C75EB2FBA}" dt="2026-10-01T07:57:50.538" v="2585" actId="478"/>
          <ac:cxnSpMkLst>
            <pc:docMk/>
            <pc:sldMk cId="355263843" sldId="266"/>
            <ac:cxnSpMk id="32" creationId="{5FCF77AA-BD16-F690-4679-C5BC05AD88E5}"/>
          </ac:cxnSpMkLst>
        </pc:cxnChg>
        <pc:cxnChg chg="del mod">
          <ac:chgData name="강창범" userId="6a7447b3-2e50-499e-b487-9c847021f407" providerId="ADAL" clId="{0F6DE7C8-21E1-4685-BBC5-313C75EB2FBA}" dt="2026-10-01T07:58:01.358" v="2589" actId="478"/>
          <ac:cxnSpMkLst>
            <pc:docMk/>
            <pc:sldMk cId="355263843" sldId="266"/>
            <ac:cxnSpMk id="33" creationId="{B1DEAEF8-1638-D286-258E-0349199568B1}"/>
          </ac:cxnSpMkLst>
        </pc:cxnChg>
        <pc:cxnChg chg="del mod">
          <ac:chgData name="강창범" userId="6a7447b3-2e50-499e-b487-9c847021f407" providerId="ADAL" clId="{0F6DE7C8-21E1-4685-BBC5-313C75EB2FBA}" dt="2026-10-01T07:57:48.949" v="2584" actId="478"/>
          <ac:cxnSpMkLst>
            <pc:docMk/>
            <pc:sldMk cId="355263843" sldId="266"/>
            <ac:cxnSpMk id="38" creationId="{D91142B5-DB60-2005-C67F-9E8052DFC8E8}"/>
          </ac:cxnSpMkLst>
        </pc:cxnChg>
        <pc:cxnChg chg="del mod">
          <ac:chgData name="강창범" userId="6a7447b3-2e50-499e-b487-9c847021f407" providerId="ADAL" clId="{0F6DE7C8-21E1-4685-BBC5-313C75EB2FBA}" dt="2026-10-01T07:57:52.397" v="2586" actId="478"/>
          <ac:cxnSpMkLst>
            <pc:docMk/>
            <pc:sldMk cId="355263843" sldId="266"/>
            <ac:cxnSpMk id="39" creationId="{473D8AE4-F4BE-59E4-F03C-649F11664AC4}"/>
          </ac:cxnSpMkLst>
        </pc:cxnChg>
        <pc:cxnChg chg="mod">
          <ac:chgData name="강창범" userId="6a7447b3-2e50-499e-b487-9c847021f407" providerId="ADAL" clId="{0F6DE7C8-21E1-4685-BBC5-313C75EB2FBA}" dt="2026-10-01T07:54:23.198" v="2555" actId="478"/>
          <ac:cxnSpMkLst>
            <pc:docMk/>
            <pc:sldMk cId="355263843" sldId="266"/>
            <ac:cxnSpMk id="40" creationId="{61D88EA4-5215-F6E8-B105-FEA5C590C575}"/>
          </ac:cxnSpMkLst>
        </pc:cxnChg>
        <pc:cxnChg chg="del mod">
          <ac:chgData name="강창범" userId="6a7447b3-2e50-499e-b487-9c847021f407" providerId="ADAL" clId="{0F6DE7C8-21E1-4685-BBC5-313C75EB2FBA}" dt="2026-10-01T07:51:25.600" v="2494" actId="478"/>
          <ac:cxnSpMkLst>
            <pc:docMk/>
            <pc:sldMk cId="355263843" sldId="266"/>
            <ac:cxnSpMk id="43" creationId="{EC521FAE-D3A0-17E4-1E79-B77A2494DBE0}"/>
          </ac:cxnSpMkLst>
        </pc:cxnChg>
        <pc:cxnChg chg="del mod topLvl">
          <ac:chgData name="강창범" userId="6a7447b3-2e50-499e-b487-9c847021f407" providerId="ADAL" clId="{0F6DE7C8-21E1-4685-BBC5-313C75EB2FBA}" dt="2026-10-01T07:51:26.897" v="2495" actId="478"/>
          <ac:cxnSpMkLst>
            <pc:docMk/>
            <pc:sldMk cId="355263843" sldId="266"/>
            <ac:cxnSpMk id="44" creationId="{5A22C573-1A00-1D0E-EB9C-F8C0913C2F8A}"/>
          </ac:cxnSpMkLst>
        </pc:cxnChg>
        <pc:cxnChg chg="mod">
          <ac:chgData name="강창범" userId="6a7447b3-2e50-499e-b487-9c847021f407" providerId="ADAL" clId="{0F6DE7C8-21E1-4685-BBC5-313C75EB2FBA}" dt="2026-10-01T07:51:41.242" v="2500" actId="14100"/>
          <ac:cxnSpMkLst>
            <pc:docMk/>
            <pc:sldMk cId="355263843" sldId="266"/>
            <ac:cxnSpMk id="49" creationId="{92F0BF9A-9B08-D21E-6C3E-63C926FAEC5F}"/>
          </ac:cxnSpMkLst>
        </pc:cxnChg>
        <pc:cxnChg chg="mod">
          <ac:chgData name="강창범" userId="6a7447b3-2e50-499e-b487-9c847021f407" providerId="ADAL" clId="{0F6DE7C8-21E1-4685-BBC5-313C75EB2FBA}" dt="2026-10-01T07:51:39.035" v="2499" actId="14100"/>
          <ac:cxnSpMkLst>
            <pc:docMk/>
            <pc:sldMk cId="355263843" sldId="266"/>
            <ac:cxnSpMk id="50" creationId="{01BEEF4F-09C4-791C-6711-1AA819300116}"/>
          </ac:cxnSpMkLst>
        </pc:cxnChg>
        <pc:cxnChg chg="del mod">
          <ac:chgData name="강창범" userId="6a7447b3-2e50-499e-b487-9c847021f407" providerId="ADAL" clId="{0F6DE7C8-21E1-4685-BBC5-313C75EB2FBA}" dt="2026-10-01T07:51:19.613" v="2491" actId="478"/>
          <ac:cxnSpMkLst>
            <pc:docMk/>
            <pc:sldMk cId="355263843" sldId="266"/>
            <ac:cxnSpMk id="51" creationId="{E29BDB3C-32D3-F72E-4A75-C8DAE78E6312}"/>
          </ac:cxnSpMkLst>
        </pc:cxnChg>
        <pc:cxnChg chg="add mod">
          <ac:chgData name="강창범" userId="6a7447b3-2e50-499e-b487-9c847021f407" providerId="ADAL" clId="{0F6DE7C8-21E1-4685-BBC5-313C75EB2FBA}" dt="2026-10-01T07:54:23.198" v="2555" actId="478"/>
          <ac:cxnSpMkLst>
            <pc:docMk/>
            <pc:sldMk cId="355263843" sldId="266"/>
            <ac:cxnSpMk id="55" creationId="{824B2A7F-000C-7740-5401-8CCF01144D6C}"/>
          </ac:cxnSpMkLst>
        </pc:cxnChg>
        <pc:cxnChg chg="add mod">
          <ac:chgData name="강창범" userId="6a7447b3-2e50-499e-b487-9c847021f407" providerId="ADAL" clId="{0F6DE7C8-21E1-4685-BBC5-313C75EB2FBA}" dt="2026-10-01T07:52:06.515" v="2508" actId="571"/>
          <ac:cxnSpMkLst>
            <pc:docMk/>
            <pc:sldMk cId="355263843" sldId="266"/>
            <ac:cxnSpMk id="57" creationId="{42C3F407-8612-AE49-429F-35814EDFD5E2}"/>
          </ac:cxnSpMkLst>
        </pc:cxnChg>
        <pc:cxnChg chg="add del mod">
          <ac:chgData name="강창범" userId="6a7447b3-2e50-499e-b487-9c847021f407" providerId="ADAL" clId="{0F6DE7C8-21E1-4685-BBC5-313C75EB2FBA}" dt="2026-10-01T07:57:56.209" v="2588" actId="478"/>
          <ac:cxnSpMkLst>
            <pc:docMk/>
            <pc:sldMk cId="355263843" sldId="266"/>
            <ac:cxnSpMk id="62" creationId="{0CE9C6B1-C24C-4170-D795-96E3DEDCE4A5}"/>
          </ac:cxnSpMkLst>
        </pc:cxnChg>
        <pc:cxnChg chg="mod">
          <ac:chgData name="강창범" userId="6a7447b3-2e50-499e-b487-9c847021f407" providerId="ADAL" clId="{0F6DE7C8-21E1-4685-BBC5-313C75EB2FBA}" dt="2026-10-01T07:58:27.785" v="2598" actId="1076"/>
          <ac:cxnSpMkLst>
            <pc:docMk/>
            <pc:sldMk cId="355263843" sldId="266"/>
            <ac:cxnSpMk id="75" creationId="{32A1ADB8-E185-D99C-3124-8C6ABB811B07}"/>
          </ac:cxnSpMkLst>
        </pc:cxnChg>
      </pc:sldChg>
      <pc:sldChg chg="addSp delSp modSp add mod">
        <pc:chgData name="강창범" userId="6a7447b3-2e50-499e-b487-9c847021f407" providerId="ADAL" clId="{0F6DE7C8-21E1-4685-BBC5-313C75EB2FBA}" dt="2026-10-01T09:29:50.957" v="5146"/>
        <pc:sldMkLst>
          <pc:docMk/>
          <pc:sldMk cId="1186877111" sldId="267"/>
        </pc:sldMkLst>
        <pc:spChg chg="add del mod">
          <ac:chgData name="강창범" userId="6a7447b3-2e50-499e-b487-9c847021f407" providerId="ADAL" clId="{0F6DE7C8-21E1-4685-BBC5-313C75EB2FBA}" dt="2026-10-01T08:36:50.613" v="3612"/>
          <ac:spMkLst>
            <pc:docMk/>
            <pc:sldMk cId="1186877111" sldId="267"/>
            <ac:spMk id="3" creationId="{1445075A-F07B-642D-927C-06CE0053021B}"/>
          </ac:spMkLst>
        </pc:spChg>
        <pc:spChg chg="add mod">
          <ac:chgData name="강창범" userId="6a7447b3-2e50-499e-b487-9c847021f407" providerId="ADAL" clId="{0F6DE7C8-21E1-4685-BBC5-313C75EB2FBA}" dt="2026-10-01T09:16:14.420" v="5059" actId="1076"/>
          <ac:spMkLst>
            <pc:docMk/>
            <pc:sldMk cId="1186877111" sldId="267"/>
            <ac:spMk id="5" creationId="{F2848911-97A2-8C92-D9C6-2D866EA92378}"/>
          </ac:spMkLst>
        </pc:spChg>
        <pc:spChg chg="add mod">
          <ac:chgData name="강창범" userId="6a7447b3-2e50-499e-b487-9c847021f407" providerId="ADAL" clId="{0F6DE7C8-21E1-4685-BBC5-313C75EB2FBA}" dt="2026-10-01T09:14:23.920" v="5013" actId="164"/>
          <ac:spMkLst>
            <pc:docMk/>
            <pc:sldMk cId="1186877111" sldId="267"/>
            <ac:spMk id="7" creationId="{9167F27A-0365-8A37-3835-DB9A68093FBF}"/>
          </ac:spMkLst>
        </pc:spChg>
        <pc:spChg chg="mod">
          <ac:chgData name="강창범" userId="6a7447b3-2e50-499e-b487-9c847021f407" providerId="ADAL" clId="{0F6DE7C8-21E1-4685-BBC5-313C75EB2FBA}" dt="2026-10-01T09:17:30.717" v="5077" actId="1076"/>
          <ac:spMkLst>
            <pc:docMk/>
            <pc:sldMk cId="1186877111" sldId="267"/>
            <ac:spMk id="9" creationId="{AA6B1C79-7D76-572A-6C8A-66468926D2BE}"/>
          </ac:spMkLst>
        </pc:spChg>
        <pc:spChg chg="add mod">
          <ac:chgData name="강창범" userId="6a7447b3-2e50-499e-b487-9c847021f407" providerId="ADAL" clId="{0F6DE7C8-21E1-4685-BBC5-313C75EB2FBA}" dt="2026-10-01T09:14:23.920" v="5013" actId="164"/>
          <ac:spMkLst>
            <pc:docMk/>
            <pc:sldMk cId="1186877111" sldId="267"/>
            <ac:spMk id="10" creationId="{62A83423-7730-8380-DAA0-30BCAFF73C3A}"/>
          </ac:spMkLst>
        </pc:spChg>
        <pc:spChg chg="add mod">
          <ac:chgData name="강창범" userId="6a7447b3-2e50-499e-b487-9c847021f407" providerId="ADAL" clId="{0F6DE7C8-21E1-4685-BBC5-313C75EB2FBA}" dt="2026-10-01T09:14:23.920" v="5013" actId="164"/>
          <ac:spMkLst>
            <pc:docMk/>
            <pc:sldMk cId="1186877111" sldId="267"/>
            <ac:spMk id="12" creationId="{B98FA42A-A3C4-4120-7CCC-892E02A22907}"/>
          </ac:spMkLst>
        </pc:spChg>
        <pc:spChg chg="add mod">
          <ac:chgData name="강창범" userId="6a7447b3-2e50-499e-b487-9c847021f407" providerId="ADAL" clId="{0F6DE7C8-21E1-4685-BBC5-313C75EB2FBA}" dt="2026-10-01T09:14:23.920" v="5013" actId="164"/>
          <ac:spMkLst>
            <pc:docMk/>
            <pc:sldMk cId="1186877111" sldId="267"/>
            <ac:spMk id="14" creationId="{49381C60-E187-25C4-C400-AFF6C460505B}"/>
          </ac:spMkLst>
        </pc:spChg>
        <pc:spChg chg="add mod">
          <ac:chgData name="강창범" userId="6a7447b3-2e50-499e-b487-9c847021f407" providerId="ADAL" clId="{0F6DE7C8-21E1-4685-BBC5-313C75EB2FBA}" dt="2026-10-01T09:14:23.920" v="5013" actId="164"/>
          <ac:spMkLst>
            <pc:docMk/>
            <pc:sldMk cId="1186877111" sldId="267"/>
            <ac:spMk id="16" creationId="{779E1453-0C37-E54D-10E0-21D8177335A7}"/>
          </ac:spMkLst>
        </pc:spChg>
        <pc:spChg chg="add mod">
          <ac:chgData name="강창범" userId="6a7447b3-2e50-499e-b487-9c847021f407" providerId="ADAL" clId="{0F6DE7C8-21E1-4685-BBC5-313C75EB2FBA}" dt="2026-10-01T09:14:23.920" v="5013" actId="164"/>
          <ac:spMkLst>
            <pc:docMk/>
            <pc:sldMk cId="1186877111" sldId="267"/>
            <ac:spMk id="18" creationId="{8D4E957E-1A74-3DBF-DBD3-D8E084F36019}"/>
          </ac:spMkLst>
        </pc:spChg>
        <pc:spChg chg="add mod">
          <ac:chgData name="강창범" userId="6a7447b3-2e50-499e-b487-9c847021f407" providerId="ADAL" clId="{0F6DE7C8-21E1-4685-BBC5-313C75EB2FBA}" dt="2026-10-01T09:14:23.920" v="5013" actId="164"/>
          <ac:spMkLst>
            <pc:docMk/>
            <pc:sldMk cId="1186877111" sldId="267"/>
            <ac:spMk id="20" creationId="{8E00903A-5947-6790-4FCA-E97329DB1833}"/>
          </ac:spMkLst>
        </pc:spChg>
        <pc:spChg chg="add del">
          <ac:chgData name="강창범" userId="6a7447b3-2e50-499e-b487-9c847021f407" providerId="ADAL" clId="{0F6DE7C8-21E1-4685-BBC5-313C75EB2FBA}" dt="2026-10-01T09:15:58.790" v="5052" actId="22"/>
          <ac:spMkLst>
            <pc:docMk/>
            <pc:sldMk cId="1186877111" sldId="267"/>
            <ac:spMk id="43" creationId="{84D56D94-C337-76F6-C9A7-2FFFFA273C88}"/>
          </ac:spMkLst>
        </pc:spChg>
        <pc:spChg chg="mod topLvl">
          <ac:chgData name="강창범" userId="6a7447b3-2e50-499e-b487-9c847021f407" providerId="ADAL" clId="{0F6DE7C8-21E1-4685-BBC5-313C75EB2FBA}" dt="2026-10-01T09:17:34.166" v="5078" actId="164"/>
          <ac:spMkLst>
            <pc:docMk/>
            <pc:sldMk cId="1186877111" sldId="267"/>
            <ac:spMk id="45" creationId="{AA4BEDA7-EA9A-DA51-54A4-1FE7EAB65B54}"/>
          </ac:spMkLst>
        </pc:spChg>
        <pc:spChg chg="del mod topLvl">
          <ac:chgData name="강창범" userId="6a7447b3-2e50-499e-b487-9c847021f407" providerId="ADAL" clId="{0F6DE7C8-21E1-4685-BBC5-313C75EB2FBA}" dt="2026-10-01T09:20:57.439" v="5101" actId="478"/>
          <ac:spMkLst>
            <pc:docMk/>
            <pc:sldMk cId="1186877111" sldId="267"/>
            <ac:spMk id="46" creationId="{1A41F207-03EB-5457-05F4-6437397BA7BA}"/>
          </ac:spMkLst>
        </pc:spChg>
        <pc:spChg chg="mod topLvl">
          <ac:chgData name="강창범" userId="6a7447b3-2e50-499e-b487-9c847021f407" providerId="ADAL" clId="{0F6DE7C8-21E1-4685-BBC5-313C75EB2FBA}" dt="2026-10-01T09:17:34.166" v="5078" actId="164"/>
          <ac:spMkLst>
            <pc:docMk/>
            <pc:sldMk cId="1186877111" sldId="267"/>
            <ac:spMk id="47" creationId="{FA48FE5C-2956-5D4F-5F5F-5A8BB61AFA8A}"/>
          </ac:spMkLst>
        </pc:spChg>
        <pc:spChg chg="mod topLvl">
          <ac:chgData name="강창범" userId="6a7447b3-2e50-499e-b487-9c847021f407" providerId="ADAL" clId="{0F6DE7C8-21E1-4685-BBC5-313C75EB2FBA}" dt="2026-10-01T09:17:34.166" v="5078" actId="164"/>
          <ac:spMkLst>
            <pc:docMk/>
            <pc:sldMk cId="1186877111" sldId="267"/>
            <ac:spMk id="48" creationId="{FFBF65E1-F03A-3240-6CCF-6B724540A3F4}"/>
          </ac:spMkLst>
        </pc:spChg>
        <pc:spChg chg="mod topLvl">
          <ac:chgData name="강창범" userId="6a7447b3-2e50-499e-b487-9c847021f407" providerId="ADAL" clId="{0F6DE7C8-21E1-4685-BBC5-313C75EB2FBA}" dt="2026-10-01T09:17:34.166" v="5078" actId="164"/>
          <ac:spMkLst>
            <pc:docMk/>
            <pc:sldMk cId="1186877111" sldId="267"/>
            <ac:spMk id="49" creationId="{07B84B1D-813F-6B64-D64C-83F404BCD882}"/>
          </ac:spMkLst>
        </pc:spChg>
        <pc:spChg chg="mod topLvl">
          <ac:chgData name="강창범" userId="6a7447b3-2e50-499e-b487-9c847021f407" providerId="ADAL" clId="{0F6DE7C8-21E1-4685-BBC5-313C75EB2FBA}" dt="2026-10-01T09:23:48.567" v="5116" actId="1076"/>
          <ac:spMkLst>
            <pc:docMk/>
            <pc:sldMk cId="1186877111" sldId="267"/>
            <ac:spMk id="50" creationId="{F49773A0-D2C1-FC6E-9479-C6A9A319AA12}"/>
          </ac:spMkLst>
        </pc:spChg>
        <pc:spChg chg="del mod topLvl">
          <ac:chgData name="강창범" userId="6a7447b3-2e50-499e-b487-9c847021f407" providerId="ADAL" clId="{0F6DE7C8-21E1-4685-BBC5-313C75EB2FBA}" dt="2026-10-01T09:22:07.782" v="5105" actId="478"/>
          <ac:spMkLst>
            <pc:docMk/>
            <pc:sldMk cId="1186877111" sldId="267"/>
            <ac:spMk id="51" creationId="{34F44079-4DDD-D5F8-EBB5-E6189B3ABD6C}"/>
          </ac:spMkLst>
        </pc:spChg>
        <pc:spChg chg="mod topLvl">
          <ac:chgData name="강창범" userId="6a7447b3-2e50-499e-b487-9c847021f407" providerId="ADAL" clId="{0F6DE7C8-21E1-4685-BBC5-313C75EB2FBA}" dt="2026-10-01T09:23:58.707" v="5120" actId="1076"/>
          <ac:spMkLst>
            <pc:docMk/>
            <pc:sldMk cId="1186877111" sldId="267"/>
            <ac:spMk id="58" creationId="{B9EB6876-9DEC-B90A-43D2-F0B74CAD04E1}"/>
          </ac:spMkLst>
        </pc:spChg>
        <pc:spChg chg="add del">
          <ac:chgData name="강창범" userId="6a7447b3-2e50-499e-b487-9c847021f407" providerId="ADAL" clId="{0F6DE7C8-21E1-4685-BBC5-313C75EB2FBA}" dt="2026-10-01T09:16:40.775" v="5061" actId="22"/>
          <ac:spMkLst>
            <pc:docMk/>
            <pc:sldMk cId="1186877111" sldId="267"/>
            <ac:spMk id="61" creationId="{08B9FAE8-9358-AA8C-C1BE-A5CCA6C829A9}"/>
          </ac:spMkLst>
        </pc:spChg>
        <pc:spChg chg="add mod">
          <ac:chgData name="강창범" userId="6a7447b3-2e50-499e-b487-9c847021f407" providerId="ADAL" clId="{0F6DE7C8-21E1-4685-BBC5-313C75EB2FBA}" dt="2026-10-01T09:16:46.305" v="5063" actId="571"/>
          <ac:spMkLst>
            <pc:docMk/>
            <pc:sldMk cId="1186877111" sldId="267"/>
            <ac:spMk id="64" creationId="{736F7DAA-F65F-6947-9E91-B76DDECD9102}"/>
          </ac:spMkLst>
        </pc:spChg>
        <pc:spChg chg="add mod topLvl">
          <ac:chgData name="강창범" userId="6a7447b3-2e50-499e-b487-9c847021f407" providerId="ADAL" clId="{0F6DE7C8-21E1-4685-BBC5-313C75EB2FBA}" dt="2026-10-01T09:17:34.166" v="5078" actId="164"/>
          <ac:spMkLst>
            <pc:docMk/>
            <pc:sldMk cId="1186877111" sldId="267"/>
            <ac:spMk id="67" creationId="{F00F6F4D-6325-23D4-8CC4-B8EEFA0386B2}"/>
          </ac:spMkLst>
        </pc:spChg>
        <pc:spChg chg="mod">
          <ac:chgData name="강창범" userId="6a7447b3-2e50-499e-b487-9c847021f407" providerId="ADAL" clId="{0F6DE7C8-21E1-4685-BBC5-313C75EB2FBA}" dt="2026-10-01T09:29:50.957" v="5146"/>
          <ac:spMkLst>
            <pc:docMk/>
            <pc:sldMk cId="1186877111" sldId="267"/>
            <ac:spMk id="94" creationId="{D7DCEBF2-7C0F-C7B1-9E9B-AEBD1C8FEE13}"/>
          </ac:spMkLst>
        </pc:spChg>
        <pc:spChg chg="mod">
          <ac:chgData name="강창범" userId="6a7447b3-2e50-499e-b487-9c847021f407" providerId="ADAL" clId="{0F6DE7C8-21E1-4685-BBC5-313C75EB2FBA}" dt="2026-10-01T09:29:50.957" v="5146"/>
          <ac:spMkLst>
            <pc:docMk/>
            <pc:sldMk cId="1186877111" sldId="267"/>
            <ac:spMk id="95" creationId="{D224353A-4B10-CE6A-C44F-BA140015E88D}"/>
          </ac:spMkLst>
        </pc:spChg>
        <pc:spChg chg="mod">
          <ac:chgData name="강창범" userId="6a7447b3-2e50-499e-b487-9c847021f407" providerId="ADAL" clId="{0F6DE7C8-21E1-4685-BBC5-313C75EB2FBA}" dt="2026-10-01T09:29:50.957" v="5146"/>
          <ac:spMkLst>
            <pc:docMk/>
            <pc:sldMk cId="1186877111" sldId="267"/>
            <ac:spMk id="96" creationId="{D0984A9B-A7B9-730F-71FD-B7A59971DE12}"/>
          </ac:spMkLst>
        </pc:spChg>
        <pc:spChg chg="mod">
          <ac:chgData name="강창범" userId="6a7447b3-2e50-499e-b487-9c847021f407" providerId="ADAL" clId="{0F6DE7C8-21E1-4685-BBC5-313C75EB2FBA}" dt="2026-10-01T09:29:50.957" v="5146"/>
          <ac:spMkLst>
            <pc:docMk/>
            <pc:sldMk cId="1186877111" sldId="267"/>
            <ac:spMk id="97" creationId="{DD4B2409-E17B-9897-50BB-9BF1326B18D0}"/>
          </ac:spMkLst>
        </pc:spChg>
        <pc:spChg chg="mod">
          <ac:chgData name="강창범" userId="6a7447b3-2e50-499e-b487-9c847021f407" providerId="ADAL" clId="{0F6DE7C8-21E1-4685-BBC5-313C75EB2FBA}" dt="2026-10-01T09:29:50.957" v="5146"/>
          <ac:spMkLst>
            <pc:docMk/>
            <pc:sldMk cId="1186877111" sldId="267"/>
            <ac:spMk id="98" creationId="{ADAD913D-F911-FAEB-27D7-A7DFEB1CADCC}"/>
          </ac:spMkLst>
        </pc:spChg>
        <pc:spChg chg="mod">
          <ac:chgData name="강창범" userId="6a7447b3-2e50-499e-b487-9c847021f407" providerId="ADAL" clId="{0F6DE7C8-21E1-4685-BBC5-313C75EB2FBA}" dt="2026-10-01T09:29:50.957" v="5146"/>
          <ac:spMkLst>
            <pc:docMk/>
            <pc:sldMk cId="1186877111" sldId="267"/>
            <ac:spMk id="104" creationId="{C0471601-0593-8FC7-CE66-C6D200F57658}"/>
          </ac:spMkLst>
        </pc:spChg>
        <pc:spChg chg="mod">
          <ac:chgData name="강창범" userId="6a7447b3-2e50-499e-b487-9c847021f407" providerId="ADAL" clId="{0F6DE7C8-21E1-4685-BBC5-313C75EB2FBA}" dt="2026-10-01T09:29:50.957" v="5146"/>
          <ac:spMkLst>
            <pc:docMk/>
            <pc:sldMk cId="1186877111" sldId="267"/>
            <ac:spMk id="106" creationId="{5D584570-3233-4B11-379C-825E4E2361E7}"/>
          </ac:spMkLst>
        </pc:spChg>
        <pc:grpChg chg="add del mod">
          <ac:chgData name="강창범" userId="6a7447b3-2e50-499e-b487-9c847021f407" providerId="ADAL" clId="{0F6DE7C8-21E1-4685-BBC5-313C75EB2FBA}" dt="2026-10-01T09:16:08.267" v="5057" actId="478"/>
          <ac:grpSpMkLst>
            <pc:docMk/>
            <pc:sldMk cId="1186877111" sldId="267"/>
            <ac:grpSpMk id="41" creationId="{C4891382-0F62-A3E2-704F-09A7C2190233}"/>
          </ac:grpSpMkLst>
        </pc:grpChg>
        <pc:grpChg chg="add del mod">
          <ac:chgData name="강창범" userId="6a7447b3-2e50-499e-b487-9c847021f407" providerId="ADAL" clId="{0F6DE7C8-21E1-4685-BBC5-313C75EB2FBA}" dt="2026-10-01T09:17:17.825" v="5073" actId="165"/>
          <ac:grpSpMkLst>
            <pc:docMk/>
            <pc:sldMk cId="1186877111" sldId="267"/>
            <ac:grpSpMk id="44" creationId="{2943293E-00E4-282F-8D2F-D03636AC38B4}"/>
          </ac:grpSpMkLst>
        </pc:grpChg>
        <pc:grpChg chg="add del mod">
          <ac:chgData name="강창범" userId="6a7447b3-2e50-499e-b487-9c847021f407" providerId="ADAL" clId="{0F6DE7C8-21E1-4685-BBC5-313C75EB2FBA}" dt="2026-10-01T09:29:38.230" v="5145" actId="164"/>
          <ac:grpSpMkLst>
            <pc:docMk/>
            <pc:sldMk cId="1186877111" sldId="267"/>
            <ac:grpSpMk id="77" creationId="{A0D86578-4AEE-E00A-1C48-D6BEF3420BBC}"/>
          </ac:grpSpMkLst>
        </pc:grpChg>
        <pc:grpChg chg="add mod">
          <ac:chgData name="강창범" userId="6a7447b3-2e50-499e-b487-9c847021f407" providerId="ADAL" clId="{0F6DE7C8-21E1-4685-BBC5-313C75EB2FBA}" dt="2026-10-01T09:29:38.230" v="5145" actId="164"/>
          <ac:grpSpMkLst>
            <pc:docMk/>
            <pc:sldMk cId="1186877111" sldId="267"/>
            <ac:grpSpMk id="90" creationId="{3565B5A5-3322-1574-F256-0DB1DA9A93EA}"/>
          </ac:grpSpMkLst>
        </pc:grpChg>
        <pc:grpChg chg="add mod">
          <ac:chgData name="강창범" userId="6a7447b3-2e50-499e-b487-9c847021f407" providerId="ADAL" clId="{0F6DE7C8-21E1-4685-BBC5-313C75EB2FBA}" dt="2026-10-01T09:29:50.957" v="5146"/>
          <ac:grpSpMkLst>
            <pc:docMk/>
            <pc:sldMk cId="1186877111" sldId="267"/>
            <ac:grpSpMk id="91" creationId="{A84F48D4-EBB8-3DD2-19FD-C445CB9CA63E}"/>
          </ac:grpSpMkLst>
        </pc:grpChg>
        <pc:grpChg chg="mod">
          <ac:chgData name="강창범" userId="6a7447b3-2e50-499e-b487-9c847021f407" providerId="ADAL" clId="{0F6DE7C8-21E1-4685-BBC5-313C75EB2FBA}" dt="2026-10-01T09:29:50.957" v="5146"/>
          <ac:grpSpMkLst>
            <pc:docMk/>
            <pc:sldMk cId="1186877111" sldId="267"/>
            <ac:grpSpMk id="92" creationId="{7F687823-6C64-B460-9B78-E126392A6A73}"/>
          </ac:grpSpMkLst>
        </pc:grpChg>
        <pc:graphicFrameChg chg="del">
          <ac:chgData name="강창범" userId="6a7447b3-2e50-499e-b487-9c847021f407" providerId="ADAL" clId="{0F6DE7C8-21E1-4685-BBC5-313C75EB2FBA}" dt="2026-10-01T08:36:10.792" v="3609" actId="478"/>
          <ac:graphicFrameMkLst>
            <pc:docMk/>
            <pc:sldMk cId="1186877111" sldId="267"/>
            <ac:graphicFrameMk id="2" creationId="{BFD1BC2B-5A63-4F52-6ED5-3FF8B02A9A45}"/>
          </ac:graphicFrameMkLst>
        </pc:graphicFrameChg>
        <pc:graphicFrameChg chg="add mod modGraphic">
          <ac:chgData name="강창범" userId="6a7447b3-2e50-499e-b487-9c847021f407" providerId="ADAL" clId="{0F6DE7C8-21E1-4685-BBC5-313C75EB2FBA}" dt="2026-10-01T09:16:14.420" v="5059" actId="1076"/>
          <ac:graphicFrameMkLst>
            <pc:docMk/>
            <pc:sldMk cId="1186877111" sldId="267"/>
            <ac:graphicFrameMk id="4" creationId="{7D8B80C9-6319-3846-BEB7-7DEF6858CBAD}"/>
          </ac:graphicFrameMkLst>
        </pc:graphicFrameChg>
        <pc:cxnChg chg="add mod">
          <ac:chgData name="강창범" userId="6a7447b3-2e50-499e-b487-9c847021f407" providerId="ADAL" clId="{0F6DE7C8-21E1-4685-BBC5-313C75EB2FBA}" dt="2026-10-01T09:16:08.267" v="5057" actId="478"/>
          <ac:cxnSpMkLst>
            <pc:docMk/>
            <pc:sldMk cId="1186877111" sldId="267"/>
            <ac:cxnSpMk id="22" creationId="{EFBE0E13-D419-2836-8C87-407AF4E06C92}"/>
          </ac:cxnSpMkLst>
        </pc:cxnChg>
        <pc:cxnChg chg="add mod">
          <ac:chgData name="강창범" userId="6a7447b3-2e50-499e-b487-9c847021f407" providerId="ADAL" clId="{0F6DE7C8-21E1-4685-BBC5-313C75EB2FBA}" dt="2026-10-01T09:16:08.267" v="5057" actId="478"/>
          <ac:cxnSpMkLst>
            <pc:docMk/>
            <pc:sldMk cId="1186877111" sldId="267"/>
            <ac:cxnSpMk id="24" creationId="{47620BDA-AAFD-2A60-B1EE-B7CF4337155E}"/>
          </ac:cxnSpMkLst>
        </pc:cxnChg>
        <pc:cxnChg chg="add mod">
          <ac:chgData name="강창범" userId="6a7447b3-2e50-499e-b487-9c847021f407" providerId="ADAL" clId="{0F6DE7C8-21E1-4685-BBC5-313C75EB2FBA}" dt="2026-10-01T09:16:08.267" v="5057" actId="478"/>
          <ac:cxnSpMkLst>
            <pc:docMk/>
            <pc:sldMk cId="1186877111" sldId="267"/>
            <ac:cxnSpMk id="27" creationId="{9B492C4F-D39F-8846-91E9-87BCEE82B514}"/>
          </ac:cxnSpMkLst>
        </pc:cxnChg>
        <pc:cxnChg chg="add mod">
          <ac:chgData name="강창범" userId="6a7447b3-2e50-499e-b487-9c847021f407" providerId="ADAL" clId="{0F6DE7C8-21E1-4685-BBC5-313C75EB2FBA}" dt="2026-10-01T09:16:08.267" v="5057" actId="478"/>
          <ac:cxnSpMkLst>
            <pc:docMk/>
            <pc:sldMk cId="1186877111" sldId="267"/>
            <ac:cxnSpMk id="30" creationId="{B894EF5D-C5FB-E32D-D583-0B8EF938B2C2}"/>
          </ac:cxnSpMkLst>
        </pc:cxnChg>
        <pc:cxnChg chg="add mod">
          <ac:chgData name="강창범" userId="6a7447b3-2e50-499e-b487-9c847021f407" providerId="ADAL" clId="{0F6DE7C8-21E1-4685-BBC5-313C75EB2FBA}" dt="2026-10-01T09:16:08.267" v="5057" actId="478"/>
          <ac:cxnSpMkLst>
            <pc:docMk/>
            <pc:sldMk cId="1186877111" sldId="267"/>
            <ac:cxnSpMk id="33" creationId="{C06BAAB1-3593-DA8C-7368-5B4DEFE83E64}"/>
          </ac:cxnSpMkLst>
        </pc:cxnChg>
        <pc:cxnChg chg="add mod">
          <ac:chgData name="강창범" userId="6a7447b3-2e50-499e-b487-9c847021f407" providerId="ADAL" clId="{0F6DE7C8-21E1-4685-BBC5-313C75EB2FBA}" dt="2026-10-01T09:16:08.267" v="5057" actId="478"/>
          <ac:cxnSpMkLst>
            <pc:docMk/>
            <pc:sldMk cId="1186877111" sldId="267"/>
            <ac:cxnSpMk id="38" creationId="{F6608870-570B-6B4A-1CBE-65AD39C8048F}"/>
          </ac:cxnSpMkLst>
        </pc:cxnChg>
        <pc:cxnChg chg="del mod">
          <ac:chgData name="강창범" userId="6a7447b3-2e50-499e-b487-9c847021f407" providerId="ADAL" clId="{0F6DE7C8-21E1-4685-BBC5-313C75EB2FBA}" dt="2026-10-01T09:23:35.732" v="5111" actId="478"/>
          <ac:cxnSpMkLst>
            <pc:docMk/>
            <pc:sldMk cId="1186877111" sldId="267"/>
            <ac:cxnSpMk id="52" creationId="{C32C870F-F4B0-0F48-29FE-09861079F445}"/>
          </ac:cxnSpMkLst>
        </pc:cxnChg>
        <pc:cxnChg chg="mod">
          <ac:chgData name="강창범" userId="6a7447b3-2e50-499e-b487-9c847021f407" providerId="ADAL" clId="{0F6DE7C8-21E1-4685-BBC5-313C75EB2FBA}" dt="2026-10-01T09:23:50.847" v="5117" actId="14100"/>
          <ac:cxnSpMkLst>
            <pc:docMk/>
            <pc:sldMk cId="1186877111" sldId="267"/>
            <ac:cxnSpMk id="53" creationId="{7AE93601-3EBB-9764-92C4-B9347B75853F}"/>
          </ac:cxnSpMkLst>
        </pc:cxnChg>
        <pc:cxnChg chg="mod">
          <ac:chgData name="강창범" userId="6a7447b3-2e50-499e-b487-9c847021f407" providerId="ADAL" clId="{0F6DE7C8-21E1-4685-BBC5-313C75EB2FBA}" dt="2026-10-01T09:20:59.707" v="5103" actId="478"/>
          <ac:cxnSpMkLst>
            <pc:docMk/>
            <pc:sldMk cId="1186877111" sldId="267"/>
            <ac:cxnSpMk id="54" creationId="{46C572C9-63E3-35A9-A41D-D2D0AC9FCF74}"/>
          </ac:cxnSpMkLst>
        </pc:cxnChg>
        <pc:cxnChg chg="mod">
          <ac:chgData name="강창범" userId="6a7447b3-2e50-499e-b487-9c847021f407" providerId="ADAL" clId="{0F6DE7C8-21E1-4685-BBC5-313C75EB2FBA}" dt="2026-10-01T09:20:59.707" v="5103" actId="478"/>
          <ac:cxnSpMkLst>
            <pc:docMk/>
            <pc:sldMk cId="1186877111" sldId="267"/>
            <ac:cxnSpMk id="55" creationId="{C3D5F88E-2AB3-42BE-D789-68940B632ED9}"/>
          </ac:cxnSpMkLst>
        </pc:cxnChg>
        <pc:cxnChg chg="mod">
          <ac:chgData name="강창범" userId="6a7447b3-2e50-499e-b487-9c847021f407" providerId="ADAL" clId="{0F6DE7C8-21E1-4685-BBC5-313C75EB2FBA}" dt="2026-10-01T09:20:59.707" v="5103" actId="478"/>
          <ac:cxnSpMkLst>
            <pc:docMk/>
            <pc:sldMk cId="1186877111" sldId="267"/>
            <ac:cxnSpMk id="56" creationId="{40BDA999-FB9F-B6A1-3C12-E4F564AFD94C}"/>
          </ac:cxnSpMkLst>
        </pc:cxnChg>
        <pc:cxnChg chg="mod">
          <ac:chgData name="강창범" userId="6a7447b3-2e50-499e-b487-9c847021f407" providerId="ADAL" clId="{0F6DE7C8-21E1-4685-BBC5-313C75EB2FBA}" dt="2026-10-01T09:23:53.324" v="5118" actId="14100"/>
          <ac:cxnSpMkLst>
            <pc:docMk/>
            <pc:sldMk cId="1186877111" sldId="267"/>
            <ac:cxnSpMk id="57" creationId="{E2E46865-F95E-B25B-1D51-B348140C0943}"/>
          </ac:cxnSpMkLst>
        </pc:cxnChg>
        <pc:cxnChg chg="mod">
          <ac:chgData name="강창범" userId="6a7447b3-2e50-499e-b487-9c847021f407" providerId="ADAL" clId="{0F6DE7C8-21E1-4685-BBC5-313C75EB2FBA}" dt="2026-10-01T09:23:58.707" v="5120" actId="1076"/>
          <ac:cxnSpMkLst>
            <pc:docMk/>
            <pc:sldMk cId="1186877111" sldId="267"/>
            <ac:cxnSpMk id="59" creationId="{24876142-C991-537B-D463-71D59AC7DEA9}"/>
          </ac:cxnSpMkLst>
        </pc:cxnChg>
        <pc:cxnChg chg="del mod">
          <ac:chgData name="강창범" userId="6a7447b3-2e50-499e-b487-9c847021f407" providerId="ADAL" clId="{0F6DE7C8-21E1-4685-BBC5-313C75EB2FBA}" dt="2026-10-01T09:23:43.159" v="5114" actId="478"/>
          <ac:cxnSpMkLst>
            <pc:docMk/>
            <pc:sldMk cId="1186877111" sldId="267"/>
            <ac:cxnSpMk id="71" creationId="{0A609109-5FB8-6E1D-E96B-3CCFEDCBC421}"/>
          </ac:cxnSpMkLst>
        </pc:cxnChg>
        <pc:cxnChg chg="add mod">
          <ac:chgData name="강창범" userId="6a7447b3-2e50-499e-b487-9c847021f407" providerId="ADAL" clId="{0F6DE7C8-21E1-4685-BBC5-313C75EB2FBA}" dt="2026-10-01T09:29:38.230" v="5145" actId="164"/>
          <ac:cxnSpMkLst>
            <pc:docMk/>
            <pc:sldMk cId="1186877111" sldId="267"/>
            <ac:cxnSpMk id="85" creationId="{0D37CB26-647B-D9E8-0C2F-DEBC2B958F6C}"/>
          </ac:cxnSpMkLst>
        </pc:cxnChg>
        <pc:cxnChg chg="mod">
          <ac:chgData name="강창범" userId="6a7447b3-2e50-499e-b487-9c847021f407" providerId="ADAL" clId="{0F6DE7C8-21E1-4685-BBC5-313C75EB2FBA}" dt="2026-10-01T09:29:50.957" v="5146"/>
          <ac:cxnSpMkLst>
            <pc:docMk/>
            <pc:sldMk cId="1186877111" sldId="267"/>
            <ac:cxnSpMk id="99" creationId="{D1637BC6-3261-DB74-69FC-57CE1D60F152}"/>
          </ac:cxnSpMkLst>
        </pc:cxnChg>
      </pc:sldChg>
      <pc:sldChg chg="addSp delSp modSp add del mod">
        <pc:chgData name="강창범" userId="6a7447b3-2e50-499e-b487-9c847021f407" providerId="ADAL" clId="{0F6DE7C8-21E1-4685-BBC5-313C75EB2FBA}" dt="2026-10-01T07:34:15.669" v="2196" actId="47"/>
        <pc:sldMkLst>
          <pc:docMk/>
          <pc:sldMk cId="3981876760" sldId="267"/>
        </pc:sldMkLst>
        <pc:spChg chg="del">
          <ac:chgData name="강창범" userId="6a7447b3-2e50-499e-b487-9c847021f407" providerId="ADAL" clId="{0F6DE7C8-21E1-4685-BBC5-313C75EB2FBA}" dt="2026-10-01T07:32:46.078" v="2115" actId="478"/>
          <ac:spMkLst>
            <pc:docMk/>
            <pc:sldMk cId="3981876760" sldId="267"/>
            <ac:spMk id="2" creationId="{B0F78EA4-0567-F342-8FAA-3347074C67DF}"/>
          </ac:spMkLst>
        </pc:spChg>
        <pc:spChg chg="del">
          <ac:chgData name="강창범" userId="6a7447b3-2e50-499e-b487-9c847021f407" providerId="ADAL" clId="{0F6DE7C8-21E1-4685-BBC5-313C75EB2FBA}" dt="2026-10-01T07:32:44.693" v="2114" actId="478"/>
          <ac:spMkLst>
            <pc:docMk/>
            <pc:sldMk cId="3981876760" sldId="267"/>
            <ac:spMk id="3" creationId="{DAD26F7E-748C-B25E-DE0F-D6D0F8BEE56B}"/>
          </ac:spMkLst>
        </pc:spChg>
        <pc:spChg chg="add mod">
          <ac:chgData name="강창범" userId="6a7447b3-2e50-499e-b487-9c847021f407" providerId="ADAL" clId="{0F6DE7C8-21E1-4685-BBC5-313C75EB2FBA}" dt="2026-10-01T07:33:45.008" v="2163" actId="20577"/>
          <ac:spMkLst>
            <pc:docMk/>
            <pc:sldMk cId="3981876760" sldId="267"/>
            <ac:spMk id="4" creationId="{42DA64DE-BE7F-40CA-1087-9B1B22EBD238}"/>
          </ac:spMkLst>
        </pc:spChg>
        <pc:spChg chg="mod">
          <ac:chgData name="강창범" userId="6a7447b3-2e50-499e-b487-9c847021f407" providerId="ADAL" clId="{0F6DE7C8-21E1-4685-BBC5-313C75EB2FBA}" dt="2026-10-01T07:32:41.187" v="2113" actId="20577"/>
          <ac:spMkLst>
            <pc:docMk/>
            <pc:sldMk cId="3981876760" sldId="267"/>
            <ac:spMk id="9" creationId="{E6DAECF3-A440-1993-F114-A5567CF5E9B8}"/>
          </ac:spMkLst>
        </pc:spChg>
      </pc:sldChg>
      <pc:sldChg chg="addSp delSp modSp add mod">
        <pc:chgData name="강창범" userId="6a7447b3-2e50-499e-b487-9c847021f407" providerId="ADAL" clId="{0F6DE7C8-21E1-4685-BBC5-313C75EB2FBA}" dt="2026-10-01T08:23:01.602" v="3132" actId="20577"/>
        <pc:sldMkLst>
          <pc:docMk/>
          <pc:sldMk cId="1468155480" sldId="268"/>
        </pc:sldMkLst>
        <pc:spChg chg="mod">
          <ac:chgData name="강창범" userId="6a7447b3-2e50-499e-b487-9c847021f407" providerId="ADAL" clId="{0F6DE7C8-21E1-4685-BBC5-313C75EB2FBA}" dt="2026-10-01T08:23:01.602" v="3132" actId="20577"/>
          <ac:spMkLst>
            <pc:docMk/>
            <pc:sldMk cId="1468155480" sldId="268"/>
            <ac:spMk id="9" creationId="{D228C32A-00A7-4B2E-9869-89ECF572F6EE}"/>
          </ac:spMkLst>
        </pc:spChg>
        <pc:spChg chg="mod">
          <ac:chgData name="강창범" userId="6a7447b3-2e50-499e-b487-9c847021f407" providerId="ADAL" clId="{0F6DE7C8-21E1-4685-BBC5-313C75EB2FBA}" dt="2026-10-01T08:21:49.603" v="3050" actId="15"/>
          <ac:spMkLst>
            <pc:docMk/>
            <pc:sldMk cId="1468155480" sldId="268"/>
            <ac:spMk id="10" creationId="{9AD8636D-B2AE-A131-1657-F5AFBDB533F6}"/>
          </ac:spMkLst>
        </pc:spChg>
        <pc:spChg chg="del">
          <ac:chgData name="강창범" userId="6a7447b3-2e50-499e-b487-9c847021f407" providerId="ADAL" clId="{0F6DE7C8-21E1-4685-BBC5-313C75EB2FBA}" dt="2026-10-01T08:11:56.609" v="2732" actId="478"/>
          <ac:spMkLst>
            <pc:docMk/>
            <pc:sldMk cId="1468155480" sldId="268"/>
            <ac:spMk id="15" creationId="{D5E29698-490D-4988-AB33-96501E7FD417}"/>
          </ac:spMkLst>
        </pc:spChg>
        <pc:spChg chg="del">
          <ac:chgData name="강창범" userId="6a7447b3-2e50-499e-b487-9c847021f407" providerId="ADAL" clId="{0F6DE7C8-21E1-4685-BBC5-313C75EB2FBA}" dt="2026-10-01T08:11:56.609" v="2732" actId="478"/>
          <ac:spMkLst>
            <pc:docMk/>
            <pc:sldMk cId="1468155480" sldId="268"/>
            <ac:spMk id="16" creationId="{79169461-FEEE-7F99-32A9-77C92D1F0CF3}"/>
          </ac:spMkLst>
        </pc:spChg>
        <pc:spChg chg="del">
          <ac:chgData name="강창범" userId="6a7447b3-2e50-499e-b487-9c847021f407" providerId="ADAL" clId="{0F6DE7C8-21E1-4685-BBC5-313C75EB2FBA}" dt="2026-10-01T08:11:56.609" v="2732" actId="478"/>
          <ac:spMkLst>
            <pc:docMk/>
            <pc:sldMk cId="1468155480" sldId="268"/>
            <ac:spMk id="19" creationId="{8713B474-CC56-8192-9C42-178957F97AD0}"/>
          </ac:spMkLst>
        </pc:spChg>
        <pc:spChg chg="del">
          <ac:chgData name="강창범" userId="6a7447b3-2e50-499e-b487-9c847021f407" providerId="ADAL" clId="{0F6DE7C8-21E1-4685-BBC5-313C75EB2FBA}" dt="2026-10-01T08:11:56.609" v="2732" actId="478"/>
          <ac:spMkLst>
            <pc:docMk/>
            <pc:sldMk cId="1468155480" sldId="268"/>
            <ac:spMk id="20" creationId="{313BC039-F059-AAE6-2ECB-8A76D372400E}"/>
          </ac:spMkLst>
        </pc:spChg>
        <pc:spChg chg="del">
          <ac:chgData name="강창범" userId="6a7447b3-2e50-499e-b487-9c847021f407" providerId="ADAL" clId="{0F6DE7C8-21E1-4685-BBC5-313C75EB2FBA}" dt="2026-10-01T08:11:55.253" v="2731" actId="478"/>
          <ac:spMkLst>
            <pc:docMk/>
            <pc:sldMk cId="1468155480" sldId="268"/>
            <ac:spMk id="21" creationId="{CE63278F-666F-EE0E-5C14-8B6B1404C21D}"/>
          </ac:spMkLst>
        </pc:spChg>
        <pc:graphicFrameChg chg="add del mod modGraphic">
          <ac:chgData name="강창범" userId="6a7447b3-2e50-499e-b487-9c847021f407" providerId="ADAL" clId="{0F6DE7C8-21E1-4685-BBC5-313C75EB2FBA}" dt="2026-10-01T08:20:03.085" v="3001" actId="478"/>
          <ac:graphicFrameMkLst>
            <pc:docMk/>
            <pc:sldMk cId="1468155480" sldId="268"/>
            <ac:graphicFrameMk id="2" creationId="{93263FC3-4BBA-8789-CBE0-913BEE523D0D}"/>
          </ac:graphicFrameMkLst>
        </pc:graphicFrameChg>
        <pc:graphicFrameChg chg="add mod modGraphic">
          <ac:chgData name="강창범" userId="6a7447b3-2e50-499e-b487-9c847021f407" providerId="ADAL" clId="{0F6DE7C8-21E1-4685-BBC5-313C75EB2FBA}" dt="2026-10-01T08:22:30.114" v="3062" actId="1076"/>
          <ac:graphicFrameMkLst>
            <pc:docMk/>
            <pc:sldMk cId="1468155480" sldId="268"/>
            <ac:graphicFrameMk id="5" creationId="{AFF68B90-3DD3-1211-24A5-FC46D572823A}"/>
          </ac:graphicFrameMkLst>
        </pc:graphicFrameChg>
        <pc:picChg chg="add del">
          <ac:chgData name="강창범" userId="6a7447b3-2e50-499e-b487-9c847021f407" providerId="ADAL" clId="{0F6DE7C8-21E1-4685-BBC5-313C75EB2FBA}" dt="2026-10-01T08:20:07.127" v="3003" actId="478"/>
          <ac:picMkLst>
            <pc:docMk/>
            <pc:sldMk cId="1468155480" sldId="268"/>
            <ac:picMk id="4" creationId="{E93A8873-9816-69F6-ACFA-3B6A4AE9B177}"/>
          </ac:picMkLst>
        </pc:picChg>
        <pc:picChg chg="del">
          <ac:chgData name="강창범" userId="6a7447b3-2e50-499e-b487-9c847021f407" providerId="ADAL" clId="{0F6DE7C8-21E1-4685-BBC5-313C75EB2FBA}" dt="2026-10-01T08:11:53.190" v="2730" actId="478"/>
          <ac:picMkLst>
            <pc:docMk/>
            <pc:sldMk cId="1468155480" sldId="268"/>
            <ac:picMk id="23" creationId="{E282A5D8-94D7-9E09-9A90-16D0282E367C}"/>
          </ac:picMkLst>
        </pc:picChg>
        <pc:cxnChg chg="del mod">
          <ac:chgData name="강창범" userId="6a7447b3-2e50-499e-b487-9c847021f407" providerId="ADAL" clId="{0F6DE7C8-21E1-4685-BBC5-313C75EB2FBA}" dt="2026-10-01T08:11:56.609" v="2732" actId="478"/>
          <ac:cxnSpMkLst>
            <pc:docMk/>
            <pc:sldMk cId="1468155480" sldId="268"/>
            <ac:cxnSpMk id="18" creationId="{D901CCE4-9975-12E7-2CEF-6E3EC00BCF7D}"/>
          </ac:cxnSpMkLst>
        </pc:cxnChg>
      </pc:sldChg>
      <pc:sldChg chg="addSp delSp modSp add del mod">
        <pc:chgData name="강창범" userId="6a7447b3-2e50-499e-b487-9c847021f407" providerId="ADAL" clId="{0F6DE7C8-21E1-4685-BBC5-313C75EB2FBA}" dt="2026-10-01T08:19:56.341" v="3000" actId="47"/>
        <pc:sldMkLst>
          <pc:docMk/>
          <pc:sldMk cId="1547995347" sldId="269"/>
        </pc:sldMkLst>
        <pc:spChg chg="add mod">
          <ac:chgData name="강창범" userId="6a7447b3-2e50-499e-b487-9c847021f407" providerId="ADAL" clId="{0F6DE7C8-21E1-4685-BBC5-313C75EB2FBA}" dt="2026-10-01T08:18:40.978" v="2995" actId="1076"/>
          <ac:spMkLst>
            <pc:docMk/>
            <pc:sldMk cId="1547995347" sldId="269"/>
            <ac:spMk id="3" creationId="{C3564648-653E-B3FD-FCD3-92C6D6A08132}"/>
          </ac:spMkLst>
        </pc:spChg>
        <pc:spChg chg="add mod">
          <ac:chgData name="강창범" userId="6a7447b3-2e50-499e-b487-9c847021f407" providerId="ADAL" clId="{0F6DE7C8-21E1-4685-BBC5-313C75EB2FBA}" dt="2026-10-01T08:18:38.901" v="2981" actId="164"/>
          <ac:spMkLst>
            <pc:docMk/>
            <pc:sldMk cId="1547995347" sldId="269"/>
            <ac:spMk id="4" creationId="{53034B1A-847D-83AC-17CE-AEED5C27EAC6}"/>
          </ac:spMkLst>
        </pc:spChg>
        <pc:spChg chg="add mod">
          <ac:chgData name="강창범" userId="6a7447b3-2e50-499e-b487-9c847021f407" providerId="ADAL" clId="{0F6DE7C8-21E1-4685-BBC5-313C75EB2FBA}" dt="2026-10-01T08:18:41.117" v="2999" actId="20577"/>
          <ac:spMkLst>
            <pc:docMk/>
            <pc:sldMk cId="1547995347" sldId="269"/>
            <ac:spMk id="5" creationId="{12E86E95-EA97-6AB5-223D-A6AC95ECE604}"/>
          </ac:spMkLst>
        </pc:spChg>
        <pc:spChg chg="add mod">
          <ac:chgData name="강창범" userId="6a7447b3-2e50-499e-b487-9c847021f407" providerId="ADAL" clId="{0F6DE7C8-21E1-4685-BBC5-313C75EB2FBA}" dt="2026-10-01T08:18:41.054" v="2997" actId="571"/>
          <ac:spMkLst>
            <pc:docMk/>
            <pc:sldMk cId="1547995347" sldId="269"/>
            <ac:spMk id="6" creationId="{31590322-1032-5FC7-6C06-253CE1F64EAA}"/>
          </ac:spMkLst>
        </pc:spChg>
        <pc:spChg chg="mod">
          <ac:chgData name="강창범" userId="6a7447b3-2e50-499e-b487-9c847021f407" providerId="ADAL" clId="{0F6DE7C8-21E1-4685-BBC5-313C75EB2FBA}" dt="2026-10-01T08:13:40.728" v="2794" actId="20577"/>
          <ac:spMkLst>
            <pc:docMk/>
            <pc:sldMk cId="1547995347" sldId="269"/>
            <ac:spMk id="9" creationId="{6465F1BE-B0A2-C47B-C403-D690B6C732DF}"/>
          </ac:spMkLst>
        </pc:spChg>
        <pc:spChg chg="del mod">
          <ac:chgData name="강창범" userId="6a7447b3-2e50-499e-b487-9c847021f407" providerId="ADAL" clId="{0F6DE7C8-21E1-4685-BBC5-313C75EB2FBA}" dt="2026-10-01T08:13:44.653" v="2796" actId="478"/>
          <ac:spMkLst>
            <pc:docMk/>
            <pc:sldMk cId="1547995347" sldId="269"/>
            <ac:spMk id="10" creationId="{939634CB-B80D-B385-3D5A-10FFB37E9B18}"/>
          </ac:spMkLst>
        </pc:spChg>
        <pc:grpChg chg="add mod">
          <ac:chgData name="강창범" userId="6a7447b3-2e50-499e-b487-9c847021f407" providerId="ADAL" clId="{0F6DE7C8-21E1-4685-BBC5-313C75EB2FBA}" dt="2026-10-01T08:18:38.901" v="2981" actId="164"/>
          <ac:grpSpMkLst>
            <pc:docMk/>
            <pc:sldMk cId="1547995347" sldId="269"/>
            <ac:grpSpMk id="23" creationId="{F368D4ED-40B4-1A03-371A-BE068B463C3A}"/>
          </ac:grpSpMkLst>
        </pc:grpChg>
        <pc:graphicFrameChg chg="del modGraphic">
          <ac:chgData name="강창범" userId="6a7447b3-2e50-499e-b487-9c847021f407" providerId="ADAL" clId="{0F6DE7C8-21E1-4685-BBC5-313C75EB2FBA}" dt="2026-10-01T08:13:32.207" v="2759" actId="478"/>
          <ac:graphicFrameMkLst>
            <pc:docMk/>
            <pc:sldMk cId="1547995347" sldId="269"/>
            <ac:graphicFrameMk id="2" creationId="{69D336AF-1A81-AA81-A780-F04766AF367C}"/>
          </ac:graphicFrameMkLst>
        </pc:graphicFrameChg>
        <pc:cxnChg chg="add del mod">
          <ac:chgData name="강창범" userId="6a7447b3-2e50-499e-b487-9c847021f407" providerId="ADAL" clId="{0F6DE7C8-21E1-4685-BBC5-313C75EB2FBA}" dt="2026-10-01T08:18:40.948" v="2994" actId="11529"/>
          <ac:cxnSpMkLst>
            <pc:docMk/>
            <pc:sldMk cId="1547995347" sldId="269"/>
            <ac:cxnSpMk id="8" creationId="{489AA8A2-7888-5002-F346-7831EF6D0F39}"/>
          </ac:cxnSpMkLst>
        </pc:cxnChg>
        <pc:cxnChg chg="add del mod">
          <ac:chgData name="강창범" userId="6a7447b3-2e50-499e-b487-9c847021f407" providerId="ADAL" clId="{0F6DE7C8-21E1-4685-BBC5-313C75EB2FBA}" dt="2026-10-01T08:18:40.922" v="2993" actId="11529"/>
          <ac:cxnSpMkLst>
            <pc:docMk/>
            <pc:sldMk cId="1547995347" sldId="269"/>
            <ac:cxnSpMk id="12" creationId="{A8D2A808-21F6-3894-4532-3296C6B94F45}"/>
          </ac:cxnSpMkLst>
        </pc:cxnChg>
        <pc:cxnChg chg="add mod">
          <ac:chgData name="강창범" userId="6a7447b3-2e50-499e-b487-9c847021f407" providerId="ADAL" clId="{0F6DE7C8-21E1-4685-BBC5-313C75EB2FBA}" dt="2026-10-01T08:18:40.408" v="2992" actId="571"/>
          <ac:cxnSpMkLst>
            <pc:docMk/>
            <pc:sldMk cId="1547995347" sldId="269"/>
            <ac:cxnSpMk id="13" creationId="{D22F97C9-5FFC-8F65-FAB3-3F8C700F802E}"/>
          </ac:cxnSpMkLst>
        </pc:cxnChg>
        <pc:cxnChg chg="add mod">
          <ac:chgData name="강창범" userId="6a7447b3-2e50-499e-b487-9c847021f407" providerId="ADAL" clId="{0F6DE7C8-21E1-4685-BBC5-313C75EB2FBA}" dt="2026-10-01T08:18:39.997" v="2989" actId="571"/>
          <ac:cxnSpMkLst>
            <pc:docMk/>
            <pc:sldMk cId="1547995347" sldId="269"/>
            <ac:cxnSpMk id="16" creationId="{0141C162-B138-E4E2-EF51-471EEAA7826F}"/>
          </ac:cxnSpMkLst>
        </pc:cxnChg>
        <pc:cxnChg chg="add del mod">
          <ac:chgData name="강창범" userId="6a7447b3-2e50-499e-b487-9c847021f407" providerId="ADAL" clId="{0F6DE7C8-21E1-4685-BBC5-313C75EB2FBA}" dt="2026-10-01T08:18:39.997" v="2989" actId="571"/>
          <ac:cxnSpMkLst>
            <pc:docMk/>
            <pc:sldMk cId="1547995347" sldId="269"/>
            <ac:cxnSpMk id="17" creationId="{597A95AB-243A-0C9F-2EB5-52345ACBE1B8}"/>
          </ac:cxnSpMkLst>
        </pc:cxnChg>
        <pc:cxnChg chg="add mod">
          <ac:chgData name="강창범" userId="6a7447b3-2e50-499e-b487-9c847021f407" providerId="ADAL" clId="{0F6DE7C8-21E1-4685-BBC5-313C75EB2FBA}" dt="2026-10-01T08:18:39.293" v="2984" actId="571"/>
          <ac:cxnSpMkLst>
            <pc:docMk/>
            <pc:sldMk cId="1547995347" sldId="269"/>
            <ac:cxnSpMk id="20" creationId="{720F3ECC-11C3-F15A-433E-2C1F7962EB61}"/>
          </ac:cxnSpMkLst>
        </pc:cxnChg>
      </pc:sldChg>
      <pc:sldChg chg="addSp delSp modSp add del mod">
        <pc:chgData name="강창범" userId="6a7447b3-2e50-499e-b487-9c847021f407" providerId="ADAL" clId="{0F6DE7C8-21E1-4685-BBC5-313C75EB2FBA}" dt="2026-10-01T09:29:58.217" v="5150"/>
        <pc:sldMkLst>
          <pc:docMk/>
          <pc:sldMk cId="3049693155" sldId="269"/>
        </pc:sldMkLst>
        <pc:spChg chg="add mod">
          <ac:chgData name="강창범" userId="6a7447b3-2e50-499e-b487-9c847021f407" providerId="ADAL" clId="{0F6DE7C8-21E1-4685-BBC5-313C75EB2FBA}" dt="2026-10-01T09:15:20.312" v="5026" actId="1076"/>
          <ac:spMkLst>
            <pc:docMk/>
            <pc:sldMk cId="3049693155" sldId="269"/>
            <ac:spMk id="5" creationId="{D3FBBD77-0C9F-F099-E7FE-9CC06AEFB834}"/>
          </ac:spMkLst>
        </pc:spChg>
        <pc:spChg chg="add mod">
          <ac:chgData name="강창범" userId="6a7447b3-2e50-499e-b487-9c847021f407" providerId="ADAL" clId="{0F6DE7C8-21E1-4685-BBC5-313C75EB2FBA}" dt="2026-10-01T09:15:20.312" v="5026" actId="1076"/>
          <ac:spMkLst>
            <pc:docMk/>
            <pc:sldMk cId="3049693155" sldId="269"/>
            <ac:spMk id="6" creationId="{15B0DFB5-7FE4-D183-4F16-CAF6F3633655}"/>
          </ac:spMkLst>
        </pc:spChg>
        <pc:spChg chg="mod">
          <ac:chgData name="강창범" userId="6a7447b3-2e50-499e-b487-9c847021f407" providerId="ADAL" clId="{0F6DE7C8-21E1-4685-BBC5-313C75EB2FBA}" dt="2026-10-01T09:15:47.610" v="5047" actId="571"/>
          <ac:spMkLst>
            <pc:docMk/>
            <pc:sldMk cId="3049693155" sldId="269"/>
            <ac:spMk id="8" creationId="{0BDD0AD8-67FA-E6FD-63CA-202CAB74D74F}"/>
          </ac:spMkLst>
        </pc:spChg>
        <pc:spChg chg="mod">
          <ac:chgData name="강창범" userId="6a7447b3-2e50-499e-b487-9c847021f407" providerId="ADAL" clId="{0F6DE7C8-21E1-4685-BBC5-313C75EB2FBA}" dt="2026-10-01T08:56:57.328" v="4501" actId="20577"/>
          <ac:spMkLst>
            <pc:docMk/>
            <pc:sldMk cId="3049693155" sldId="269"/>
            <ac:spMk id="9" creationId="{BA2F01A8-9D77-B949-72E7-9C156939C087}"/>
          </ac:spMkLst>
        </pc:spChg>
        <pc:spChg chg="mod">
          <ac:chgData name="강창범" userId="6a7447b3-2e50-499e-b487-9c847021f407" providerId="ADAL" clId="{0F6DE7C8-21E1-4685-BBC5-313C75EB2FBA}" dt="2026-10-01T09:15:47.610" v="5047" actId="571"/>
          <ac:spMkLst>
            <pc:docMk/>
            <pc:sldMk cId="3049693155" sldId="269"/>
            <ac:spMk id="10" creationId="{BA293718-42D4-C496-FC53-DBFE2C1186BC}"/>
          </ac:spMkLst>
        </pc:spChg>
        <pc:spChg chg="mod">
          <ac:chgData name="강창범" userId="6a7447b3-2e50-499e-b487-9c847021f407" providerId="ADAL" clId="{0F6DE7C8-21E1-4685-BBC5-313C75EB2FBA}" dt="2026-10-01T09:15:47.610" v="5047" actId="571"/>
          <ac:spMkLst>
            <pc:docMk/>
            <pc:sldMk cId="3049693155" sldId="269"/>
            <ac:spMk id="11" creationId="{850D75BE-CA29-DE8D-61B9-27243B7CFA62}"/>
          </ac:spMkLst>
        </pc:spChg>
        <pc:spChg chg="mod">
          <ac:chgData name="강창범" userId="6a7447b3-2e50-499e-b487-9c847021f407" providerId="ADAL" clId="{0F6DE7C8-21E1-4685-BBC5-313C75EB2FBA}" dt="2026-10-01T09:15:47.610" v="5047" actId="571"/>
          <ac:spMkLst>
            <pc:docMk/>
            <pc:sldMk cId="3049693155" sldId="269"/>
            <ac:spMk id="12" creationId="{0B9CEBC2-D099-235C-D3CC-3AA756983DB9}"/>
          </ac:spMkLst>
        </pc:spChg>
        <pc:spChg chg="mod">
          <ac:chgData name="강창범" userId="6a7447b3-2e50-499e-b487-9c847021f407" providerId="ADAL" clId="{0F6DE7C8-21E1-4685-BBC5-313C75EB2FBA}" dt="2026-10-01T09:15:47.610" v="5047" actId="571"/>
          <ac:spMkLst>
            <pc:docMk/>
            <pc:sldMk cId="3049693155" sldId="269"/>
            <ac:spMk id="13" creationId="{84C2104E-0D7F-DB1C-D9AA-15D22E7B3CA9}"/>
          </ac:spMkLst>
        </pc:spChg>
        <pc:spChg chg="mod">
          <ac:chgData name="강창범" userId="6a7447b3-2e50-499e-b487-9c847021f407" providerId="ADAL" clId="{0F6DE7C8-21E1-4685-BBC5-313C75EB2FBA}" dt="2026-10-01T09:15:47.610" v="5047" actId="571"/>
          <ac:spMkLst>
            <pc:docMk/>
            <pc:sldMk cId="3049693155" sldId="269"/>
            <ac:spMk id="14" creationId="{3DF923C6-B364-A1BB-A553-F70E3B5C4A95}"/>
          </ac:spMkLst>
        </pc:spChg>
        <pc:spChg chg="mod">
          <ac:chgData name="강창범" userId="6a7447b3-2e50-499e-b487-9c847021f407" providerId="ADAL" clId="{0F6DE7C8-21E1-4685-BBC5-313C75EB2FBA}" dt="2026-10-01T09:15:47.610" v="5047" actId="571"/>
          <ac:spMkLst>
            <pc:docMk/>
            <pc:sldMk cId="3049693155" sldId="269"/>
            <ac:spMk id="15" creationId="{FC991D42-1C36-284C-0B82-D258269DA175}"/>
          </ac:spMkLst>
        </pc:spChg>
        <pc:spChg chg="add mod">
          <ac:chgData name="강창범" userId="6a7447b3-2e50-499e-b487-9c847021f407" providerId="ADAL" clId="{0F6DE7C8-21E1-4685-BBC5-313C75EB2FBA}" dt="2026-10-01T09:15:47.610" v="5047" actId="571"/>
          <ac:spMkLst>
            <pc:docMk/>
            <pc:sldMk cId="3049693155" sldId="269"/>
            <ac:spMk id="23" creationId="{CB00F90E-ACCF-D83E-0C9B-87E9E5E6ACA9}"/>
          </ac:spMkLst>
        </pc:spChg>
        <pc:spChg chg="mod">
          <ac:chgData name="강창범" userId="6a7447b3-2e50-499e-b487-9c847021f407" providerId="ADAL" clId="{0F6DE7C8-21E1-4685-BBC5-313C75EB2FBA}" dt="2026-10-01T09:17:43.558" v="5081"/>
          <ac:spMkLst>
            <pc:docMk/>
            <pc:sldMk cId="3049693155" sldId="269"/>
            <ac:spMk id="29" creationId="{9480713D-4335-BD23-F7A6-F5B8F866C773}"/>
          </ac:spMkLst>
        </pc:spChg>
        <pc:spChg chg="mod">
          <ac:chgData name="강창범" userId="6a7447b3-2e50-499e-b487-9c847021f407" providerId="ADAL" clId="{0F6DE7C8-21E1-4685-BBC5-313C75EB2FBA}" dt="2026-10-01T09:17:43.558" v="5081"/>
          <ac:spMkLst>
            <pc:docMk/>
            <pc:sldMk cId="3049693155" sldId="269"/>
            <ac:spMk id="30" creationId="{7D22A830-FC47-2C42-AA22-01B72AA83ABA}"/>
          </ac:spMkLst>
        </pc:spChg>
        <pc:spChg chg="mod">
          <ac:chgData name="강창범" userId="6a7447b3-2e50-499e-b487-9c847021f407" providerId="ADAL" clId="{0F6DE7C8-21E1-4685-BBC5-313C75EB2FBA}" dt="2026-10-01T09:17:43.558" v="5081"/>
          <ac:spMkLst>
            <pc:docMk/>
            <pc:sldMk cId="3049693155" sldId="269"/>
            <ac:spMk id="31" creationId="{578A5C80-9D19-C8F0-0A90-68450FDDF6CD}"/>
          </ac:spMkLst>
        </pc:spChg>
        <pc:spChg chg="mod">
          <ac:chgData name="강창범" userId="6a7447b3-2e50-499e-b487-9c847021f407" providerId="ADAL" clId="{0F6DE7C8-21E1-4685-BBC5-313C75EB2FBA}" dt="2026-10-01T09:17:43.558" v="5081"/>
          <ac:spMkLst>
            <pc:docMk/>
            <pc:sldMk cId="3049693155" sldId="269"/>
            <ac:spMk id="32" creationId="{EE042251-63A7-834F-3B26-BEA488642CA2}"/>
          </ac:spMkLst>
        </pc:spChg>
        <pc:spChg chg="mod">
          <ac:chgData name="강창범" userId="6a7447b3-2e50-499e-b487-9c847021f407" providerId="ADAL" clId="{0F6DE7C8-21E1-4685-BBC5-313C75EB2FBA}" dt="2026-10-01T09:17:43.558" v="5081"/>
          <ac:spMkLst>
            <pc:docMk/>
            <pc:sldMk cId="3049693155" sldId="269"/>
            <ac:spMk id="33" creationId="{B851CD38-D452-C111-E461-3A9193558F61}"/>
          </ac:spMkLst>
        </pc:spChg>
        <pc:spChg chg="mod">
          <ac:chgData name="강창범" userId="6a7447b3-2e50-499e-b487-9c847021f407" providerId="ADAL" clId="{0F6DE7C8-21E1-4685-BBC5-313C75EB2FBA}" dt="2026-10-01T09:17:43.558" v="5081"/>
          <ac:spMkLst>
            <pc:docMk/>
            <pc:sldMk cId="3049693155" sldId="269"/>
            <ac:spMk id="34" creationId="{19B0EAE3-5BD3-F61E-C748-096F64F78EDB}"/>
          </ac:spMkLst>
        </pc:spChg>
        <pc:spChg chg="mod">
          <ac:chgData name="강창범" userId="6a7447b3-2e50-499e-b487-9c847021f407" providerId="ADAL" clId="{0F6DE7C8-21E1-4685-BBC5-313C75EB2FBA}" dt="2026-10-01T09:17:43.558" v="5081"/>
          <ac:spMkLst>
            <pc:docMk/>
            <pc:sldMk cId="3049693155" sldId="269"/>
            <ac:spMk id="35" creationId="{93F13922-C288-3200-A929-C445AB5CFEF1}"/>
          </ac:spMkLst>
        </pc:spChg>
        <pc:spChg chg="mod">
          <ac:chgData name="강창범" userId="6a7447b3-2e50-499e-b487-9c847021f407" providerId="ADAL" clId="{0F6DE7C8-21E1-4685-BBC5-313C75EB2FBA}" dt="2026-10-01T09:17:43.558" v="5081"/>
          <ac:spMkLst>
            <pc:docMk/>
            <pc:sldMk cId="3049693155" sldId="269"/>
            <ac:spMk id="42" creationId="{E0D9B3AA-1E52-2399-9C73-56018A111B34}"/>
          </ac:spMkLst>
        </pc:spChg>
        <pc:spChg chg="mod">
          <ac:chgData name="강창범" userId="6a7447b3-2e50-499e-b487-9c847021f407" providerId="ADAL" clId="{0F6DE7C8-21E1-4685-BBC5-313C75EB2FBA}" dt="2026-10-01T09:17:43.558" v="5081"/>
          <ac:spMkLst>
            <pc:docMk/>
            <pc:sldMk cId="3049693155" sldId="269"/>
            <ac:spMk id="44" creationId="{5B53241B-DBE5-D5AB-082A-1C3974958A9C}"/>
          </ac:spMkLst>
        </pc:spChg>
        <pc:spChg chg="mod">
          <ac:chgData name="강창범" userId="6a7447b3-2e50-499e-b487-9c847021f407" providerId="ADAL" clId="{0F6DE7C8-21E1-4685-BBC5-313C75EB2FBA}" dt="2026-10-01T09:25:34.797" v="5124"/>
          <ac:spMkLst>
            <pc:docMk/>
            <pc:sldMk cId="3049693155" sldId="269"/>
            <ac:spMk id="47" creationId="{F46A9281-26EA-8B39-3199-F8FD31D4B4A4}"/>
          </ac:spMkLst>
        </pc:spChg>
        <pc:spChg chg="mod">
          <ac:chgData name="강창범" userId="6a7447b3-2e50-499e-b487-9c847021f407" providerId="ADAL" clId="{0F6DE7C8-21E1-4685-BBC5-313C75EB2FBA}" dt="2026-10-01T09:25:34.797" v="5124"/>
          <ac:spMkLst>
            <pc:docMk/>
            <pc:sldMk cId="3049693155" sldId="269"/>
            <ac:spMk id="48" creationId="{73F55A5C-7502-B6AE-ACD7-C624AF010257}"/>
          </ac:spMkLst>
        </pc:spChg>
        <pc:spChg chg="mod">
          <ac:chgData name="강창범" userId="6a7447b3-2e50-499e-b487-9c847021f407" providerId="ADAL" clId="{0F6DE7C8-21E1-4685-BBC5-313C75EB2FBA}" dt="2026-10-01T09:25:34.797" v="5124"/>
          <ac:spMkLst>
            <pc:docMk/>
            <pc:sldMk cId="3049693155" sldId="269"/>
            <ac:spMk id="49" creationId="{25A8B4DE-926A-BD3D-ADAE-18D8F6400C5F}"/>
          </ac:spMkLst>
        </pc:spChg>
        <pc:spChg chg="mod">
          <ac:chgData name="강창범" userId="6a7447b3-2e50-499e-b487-9c847021f407" providerId="ADAL" clId="{0F6DE7C8-21E1-4685-BBC5-313C75EB2FBA}" dt="2026-10-01T09:25:34.797" v="5124"/>
          <ac:spMkLst>
            <pc:docMk/>
            <pc:sldMk cId="3049693155" sldId="269"/>
            <ac:spMk id="50" creationId="{EB4239A7-4920-7640-C2A8-6AB5CE70C11B}"/>
          </ac:spMkLst>
        </pc:spChg>
        <pc:spChg chg="mod">
          <ac:chgData name="강창범" userId="6a7447b3-2e50-499e-b487-9c847021f407" providerId="ADAL" clId="{0F6DE7C8-21E1-4685-BBC5-313C75EB2FBA}" dt="2026-10-01T09:25:34.797" v="5124"/>
          <ac:spMkLst>
            <pc:docMk/>
            <pc:sldMk cId="3049693155" sldId="269"/>
            <ac:spMk id="51" creationId="{4D690E39-79F4-C5B4-64BF-28BE10BF708E}"/>
          </ac:spMkLst>
        </pc:spChg>
        <pc:spChg chg="mod">
          <ac:chgData name="강창범" userId="6a7447b3-2e50-499e-b487-9c847021f407" providerId="ADAL" clId="{0F6DE7C8-21E1-4685-BBC5-313C75EB2FBA}" dt="2026-10-01T09:25:34.797" v="5124"/>
          <ac:spMkLst>
            <pc:docMk/>
            <pc:sldMk cId="3049693155" sldId="269"/>
            <ac:spMk id="57" creationId="{3BFB0D0F-0BA8-728A-FEEE-340C065A8F50}"/>
          </ac:spMkLst>
        </pc:spChg>
        <pc:spChg chg="mod">
          <ac:chgData name="강창범" userId="6a7447b3-2e50-499e-b487-9c847021f407" providerId="ADAL" clId="{0F6DE7C8-21E1-4685-BBC5-313C75EB2FBA}" dt="2026-10-01T09:25:34.797" v="5124"/>
          <ac:spMkLst>
            <pc:docMk/>
            <pc:sldMk cId="3049693155" sldId="269"/>
            <ac:spMk id="59" creationId="{EE2107CF-A795-848D-E7DE-F1BCC930BA3A}"/>
          </ac:spMkLst>
        </pc:spChg>
        <pc:spChg chg="mod">
          <ac:chgData name="강창범" userId="6a7447b3-2e50-499e-b487-9c847021f407" providerId="ADAL" clId="{0F6DE7C8-21E1-4685-BBC5-313C75EB2FBA}" dt="2026-10-01T09:29:58.217" v="5150"/>
          <ac:spMkLst>
            <pc:docMk/>
            <pc:sldMk cId="3049693155" sldId="269"/>
            <ac:spMk id="61" creationId="{F46A9281-26EA-8B39-3199-F8FD31D4B4A4}"/>
          </ac:spMkLst>
        </pc:spChg>
        <pc:spChg chg="mod">
          <ac:chgData name="강창범" userId="6a7447b3-2e50-499e-b487-9c847021f407" providerId="ADAL" clId="{0F6DE7C8-21E1-4685-BBC5-313C75EB2FBA}" dt="2026-10-01T09:29:58.217" v="5150"/>
          <ac:spMkLst>
            <pc:docMk/>
            <pc:sldMk cId="3049693155" sldId="269"/>
            <ac:spMk id="62" creationId="{73F55A5C-7502-B6AE-ACD7-C624AF010257}"/>
          </ac:spMkLst>
        </pc:spChg>
        <pc:spChg chg="mod">
          <ac:chgData name="강창범" userId="6a7447b3-2e50-499e-b487-9c847021f407" providerId="ADAL" clId="{0F6DE7C8-21E1-4685-BBC5-313C75EB2FBA}" dt="2026-10-01T09:29:58.217" v="5150"/>
          <ac:spMkLst>
            <pc:docMk/>
            <pc:sldMk cId="3049693155" sldId="269"/>
            <ac:spMk id="63" creationId="{25A8B4DE-926A-BD3D-ADAE-18D8F6400C5F}"/>
          </ac:spMkLst>
        </pc:spChg>
        <pc:spChg chg="mod">
          <ac:chgData name="강창범" userId="6a7447b3-2e50-499e-b487-9c847021f407" providerId="ADAL" clId="{0F6DE7C8-21E1-4685-BBC5-313C75EB2FBA}" dt="2026-10-01T09:29:58.217" v="5150"/>
          <ac:spMkLst>
            <pc:docMk/>
            <pc:sldMk cId="3049693155" sldId="269"/>
            <ac:spMk id="64" creationId="{EB4239A7-4920-7640-C2A8-6AB5CE70C11B}"/>
          </ac:spMkLst>
        </pc:spChg>
        <pc:spChg chg="mod">
          <ac:chgData name="강창범" userId="6a7447b3-2e50-499e-b487-9c847021f407" providerId="ADAL" clId="{0F6DE7C8-21E1-4685-BBC5-313C75EB2FBA}" dt="2026-10-01T09:29:58.217" v="5150"/>
          <ac:spMkLst>
            <pc:docMk/>
            <pc:sldMk cId="3049693155" sldId="269"/>
            <ac:spMk id="65" creationId="{4D690E39-79F4-C5B4-64BF-28BE10BF708E}"/>
          </ac:spMkLst>
        </pc:spChg>
        <pc:spChg chg="mod">
          <ac:chgData name="강창범" userId="6a7447b3-2e50-499e-b487-9c847021f407" providerId="ADAL" clId="{0F6DE7C8-21E1-4685-BBC5-313C75EB2FBA}" dt="2026-10-01T09:29:58.217" v="5150"/>
          <ac:spMkLst>
            <pc:docMk/>
            <pc:sldMk cId="3049693155" sldId="269"/>
            <ac:spMk id="71" creationId="{3BFB0D0F-0BA8-728A-FEEE-340C065A8F50}"/>
          </ac:spMkLst>
        </pc:spChg>
        <pc:spChg chg="mod">
          <ac:chgData name="강창범" userId="6a7447b3-2e50-499e-b487-9c847021f407" providerId="ADAL" clId="{0F6DE7C8-21E1-4685-BBC5-313C75EB2FBA}" dt="2026-10-01T09:29:58.217" v="5150"/>
          <ac:spMkLst>
            <pc:docMk/>
            <pc:sldMk cId="3049693155" sldId="269"/>
            <ac:spMk id="73" creationId="{EE2107CF-A795-848D-E7DE-F1BCC930BA3A}"/>
          </ac:spMkLst>
        </pc:spChg>
        <pc:grpChg chg="add del mod">
          <ac:chgData name="강창범" userId="6a7447b3-2e50-499e-b487-9c847021f407" providerId="ADAL" clId="{0F6DE7C8-21E1-4685-BBC5-313C75EB2FBA}" dt="2026-10-01T09:17:43.278" v="5080" actId="478"/>
          <ac:grpSpMkLst>
            <pc:docMk/>
            <pc:sldMk cId="3049693155" sldId="269"/>
            <ac:grpSpMk id="7" creationId="{FFC507E7-740E-383B-2F5B-0C874AD76B7F}"/>
          </ac:grpSpMkLst>
        </pc:grpChg>
        <pc:grpChg chg="add del mod">
          <ac:chgData name="강창범" userId="6a7447b3-2e50-499e-b487-9c847021f407" providerId="ADAL" clId="{0F6DE7C8-21E1-4685-BBC5-313C75EB2FBA}" dt="2026-10-01T09:25:33.889" v="5123" actId="478"/>
          <ac:grpSpMkLst>
            <pc:docMk/>
            <pc:sldMk cId="3049693155" sldId="269"/>
            <ac:grpSpMk id="28" creationId="{CAAE573E-DA17-53F4-C0A2-81D9CB607730}"/>
          </ac:grpSpMkLst>
        </pc:grpChg>
        <pc:grpChg chg="add del mod">
          <ac:chgData name="강창범" userId="6a7447b3-2e50-499e-b487-9c847021f407" providerId="ADAL" clId="{0F6DE7C8-21E1-4685-BBC5-313C75EB2FBA}" dt="2026-10-01T09:29:57.697" v="5149" actId="21"/>
          <ac:grpSpMkLst>
            <pc:docMk/>
            <pc:sldMk cId="3049693155" sldId="269"/>
            <ac:grpSpMk id="46" creationId="{D43D5103-7E92-CADD-1779-FD4D73F5A678}"/>
          </ac:grpSpMkLst>
        </pc:grpChg>
        <pc:grpChg chg="add mod">
          <ac:chgData name="강창범" userId="6a7447b3-2e50-499e-b487-9c847021f407" providerId="ADAL" clId="{0F6DE7C8-21E1-4685-BBC5-313C75EB2FBA}" dt="2026-10-01T09:29:58.217" v="5150"/>
          <ac:grpSpMkLst>
            <pc:docMk/>
            <pc:sldMk cId="3049693155" sldId="269"/>
            <ac:grpSpMk id="60" creationId="{D43D5103-7E92-CADD-1779-FD4D73F5A678}"/>
          </ac:grpSpMkLst>
        </pc:grpChg>
        <pc:graphicFrameChg chg="add mod modGraphic">
          <ac:chgData name="강창범" userId="6a7447b3-2e50-499e-b487-9c847021f407" providerId="ADAL" clId="{0F6DE7C8-21E1-4685-BBC5-313C75EB2FBA}" dt="2026-10-01T09:15:20.312" v="5026" actId="1076"/>
          <ac:graphicFrameMkLst>
            <pc:docMk/>
            <pc:sldMk cId="3049693155" sldId="269"/>
            <ac:graphicFrameMk id="2" creationId="{AC653658-43A1-7FB4-3D22-CE43BDF75F9C}"/>
          </ac:graphicFrameMkLst>
        </pc:graphicFrameChg>
        <pc:graphicFrameChg chg="add mod modGraphic">
          <ac:chgData name="강창범" userId="6a7447b3-2e50-499e-b487-9c847021f407" providerId="ADAL" clId="{0F6DE7C8-21E1-4685-BBC5-313C75EB2FBA}" dt="2026-10-01T09:15:20.312" v="5026" actId="1076"/>
          <ac:graphicFrameMkLst>
            <pc:docMk/>
            <pc:sldMk cId="3049693155" sldId="269"/>
            <ac:graphicFrameMk id="3" creationId="{033BA4E7-3AB2-B49B-C220-9C0FA5637B78}"/>
          </ac:graphicFrameMkLst>
        </pc:graphicFrameChg>
        <pc:graphicFrameChg chg="del">
          <ac:chgData name="강창범" userId="6a7447b3-2e50-499e-b487-9c847021f407" providerId="ADAL" clId="{0F6DE7C8-21E1-4685-BBC5-313C75EB2FBA}" dt="2026-10-01T08:45:20.256" v="3997" actId="478"/>
          <ac:graphicFrameMkLst>
            <pc:docMk/>
            <pc:sldMk cId="3049693155" sldId="269"/>
            <ac:graphicFrameMk id="4" creationId="{AB18F983-FAA6-0DD9-1D49-972D4C392082}"/>
          </ac:graphicFrameMkLst>
        </pc:graphicFrameChg>
        <pc:cxnChg chg="mod">
          <ac:chgData name="강창범" userId="6a7447b3-2e50-499e-b487-9c847021f407" providerId="ADAL" clId="{0F6DE7C8-21E1-4685-BBC5-313C75EB2FBA}" dt="2026-10-01T09:17:43.278" v="5080" actId="478"/>
          <ac:cxnSpMkLst>
            <pc:docMk/>
            <pc:sldMk cId="3049693155" sldId="269"/>
            <ac:cxnSpMk id="16" creationId="{5548E93A-749A-EAF3-902E-4FC699B07E66}"/>
          </ac:cxnSpMkLst>
        </pc:cxnChg>
        <pc:cxnChg chg="mod">
          <ac:chgData name="강창범" userId="6a7447b3-2e50-499e-b487-9c847021f407" providerId="ADAL" clId="{0F6DE7C8-21E1-4685-BBC5-313C75EB2FBA}" dt="2026-10-01T09:17:43.278" v="5080" actId="478"/>
          <ac:cxnSpMkLst>
            <pc:docMk/>
            <pc:sldMk cId="3049693155" sldId="269"/>
            <ac:cxnSpMk id="17" creationId="{5BF9AE4A-ADC8-4AFF-4FD5-AA9D388B8A70}"/>
          </ac:cxnSpMkLst>
        </pc:cxnChg>
        <pc:cxnChg chg="mod">
          <ac:chgData name="강창범" userId="6a7447b3-2e50-499e-b487-9c847021f407" providerId="ADAL" clId="{0F6DE7C8-21E1-4685-BBC5-313C75EB2FBA}" dt="2026-10-01T09:17:43.278" v="5080" actId="478"/>
          <ac:cxnSpMkLst>
            <pc:docMk/>
            <pc:sldMk cId="3049693155" sldId="269"/>
            <ac:cxnSpMk id="18" creationId="{8243D50D-832D-BB33-DB54-6DED18410F96}"/>
          </ac:cxnSpMkLst>
        </pc:cxnChg>
        <pc:cxnChg chg="mod">
          <ac:chgData name="강창범" userId="6a7447b3-2e50-499e-b487-9c847021f407" providerId="ADAL" clId="{0F6DE7C8-21E1-4685-BBC5-313C75EB2FBA}" dt="2026-10-01T09:17:43.278" v="5080" actId="478"/>
          <ac:cxnSpMkLst>
            <pc:docMk/>
            <pc:sldMk cId="3049693155" sldId="269"/>
            <ac:cxnSpMk id="19" creationId="{8D47D24F-EC2F-4031-57F4-9F827FCCEF25}"/>
          </ac:cxnSpMkLst>
        </pc:cxnChg>
        <pc:cxnChg chg="mod">
          <ac:chgData name="강창범" userId="6a7447b3-2e50-499e-b487-9c847021f407" providerId="ADAL" clId="{0F6DE7C8-21E1-4685-BBC5-313C75EB2FBA}" dt="2026-10-01T09:17:43.278" v="5080" actId="478"/>
          <ac:cxnSpMkLst>
            <pc:docMk/>
            <pc:sldMk cId="3049693155" sldId="269"/>
            <ac:cxnSpMk id="20" creationId="{0E771B0A-CE46-095F-CEBB-DE8FBE921391}"/>
          </ac:cxnSpMkLst>
        </pc:cxnChg>
        <pc:cxnChg chg="mod">
          <ac:chgData name="강창범" userId="6a7447b3-2e50-499e-b487-9c847021f407" providerId="ADAL" clId="{0F6DE7C8-21E1-4685-BBC5-313C75EB2FBA}" dt="2026-10-01T09:17:43.278" v="5080" actId="478"/>
          <ac:cxnSpMkLst>
            <pc:docMk/>
            <pc:sldMk cId="3049693155" sldId="269"/>
            <ac:cxnSpMk id="21" creationId="{682982C1-02B4-B7B0-533C-BE72F8583773}"/>
          </ac:cxnSpMkLst>
        </pc:cxnChg>
        <pc:cxnChg chg="mod">
          <ac:chgData name="강창범" userId="6a7447b3-2e50-499e-b487-9c847021f407" providerId="ADAL" clId="{0F6DE7C8-21E1-4685-BBC5-313C75EB2FBA}" dt="2026-10-01T09:17:43.278" v="5080" actId="478"/>
          <ac:cxnSpMkLst>
            <pc:docMk/>
            <pc:sldMk cId="3049693155" sldId="269"/>
            <ac:cxnSpMk id="25" creationId="{C3361A54-6195-BB8B-634E-A44D10105593}"/>
          </ac:cxnSpMkLst>
        </pc:cxnChg>
        <pc:cxnChg chg="mod">
          <ac:chgData name="강창범" userId="6a7447b3-2e50-499e-b487-9c847021f407" providerId="ADAL" clId="{0F6DE7C8-21E1-4685-BBC5-313C75EB2FBA}" dt="2026-10-01T09:25:33.889" v="5123" actId="478"/>
          <ac:cxnSpMkLst>
            <pc:docMk/>
            <pc:sldMk cId="3049693155" sldId="269"/>
            <ac:cxnSpMk id="36" creationId="{330BC374-38C6-936A-7A16-272E7C129703}"/>
          </ac:cxnSpMkLst>
        </pc:cxnChg>
        <pc:cxnChg chg="mod">
          <ac:chgData name="강창범" userId="6a7447b3-2e50-499e-b487-9c847021f407" providerId="ADAL" clId="{0F6DE7C8-21E1-4685-BBC5-313C75EB2FBA}" dt="2026-10-01T09:25:33.889" v="5123" actId="478"/>
          <ac:cxnSpMkLst>
            <pc:docMk/>
            <pc:sldMk cId="3049693155" sldId="269"/>
            <ac:cxnSpMk id="37" creationId="{5FF6F23B-D065-9FFF-D52B-CD2AFB47AE61}"/>
          </ac:cxnSpMkLst>
        </pc:cxnChg>
        <pc:cxnChg chg="mod">
          <ac:chgData name="강창범" userId="6a7447b3-2e50-499e-b487-9c847021f407" providerId="ADAL" clId="{0F6DE7C8-21E1-4685-BBC5-313C75EB2FBA}" dt="2026-10-01T09:25:33.889" v="5123" actId="478"/>
          <ac:cxnSpMkLst>
            <pc:docMk/>
            <pc:sldMk cId="3049693155" sldId="269"/>
            <ac:cxnSpMk id="38" creationId="{18B63AA1-34AC-F1F4-A321-5B431C162A35}"/>
          </ac:cxnSpMkLst>
        </pc:cxnChg>
        <pc:cxnChg chg="mod">
          <ac:chgData name="강창범" userId="6a7447b3-2e50-499e-b487-9c847021f407" providerId="ADAL" clId="{0F6DE7C8-21E1-4685-BBC5-313C75EB2FBA}" dt="2026-10-01T09:25:33.889" v="5123" actId="478"/>
          <ac:cxnSpMkLst>
            <pc:docMk/>
            <pc:sldMk cId="3049693155" sldId="269"/>
            <ac:cxnSpMk id="39" creationId="{A055FB6C-57B4-0BAD-70D8-CF3E13BBFB3F}"/>
          </ac:cxnSpMkLst>
        </pc:cxnChg>
        <pc:cxnChg chg="mod">
          <ac:chgData name="강창범" userId="6a7447b3-2e50-499e-b487-9c847021f407" providerId="ADAL" clId="{0F6DE7C8-21E1-4685-BBC5-313C75EB2FBA}" dt="2026-10-01T09:25:33.889" v="5123" actId="478"/>
          <ac:cxnSpMkLst>
            <pc:docMk/>
            <pc:sldMk cId="3049693155" sldId="269"/>
            <ac:cxnSpMk id="40" creationId="{DBFA8D49-17CB-B1F2-0138-59EA6205CF6C}"/>
          </ac:cxnSpMkLst>
        </pc:cxnChg>
        <pc:cxnChg chg="mod">
          <ac:chgData name="강창범" userId="6a7447b3-2e50-499e-b487-9c847021f407" providerId="ADAL" clId="{0F6DE7C8-21E1-4685-BBC5-313C75EB2FBA}" dt="2026-10-01T09:25:33.889" v="5123" actId="478"/>
          <ac:cxnSpMkLst>
            <pc:docMk/>
            <pc:sldMk cId="3049693155" sldId="269"/>
            <ac:cxnSpMk id="41" creationId="{46903AE8-A798-A2A1-934D-A9E7302667B0}"/>
          </ac:cxnSpMkLst>
        </pc:cxnChg>
        <pc:cxnChg chg="mod">
          <ac:chgData name="강창범" userId="6a7447b3-2e50-499e-b487-9c847021f407" providerId="ADAL" clId="{0F6DE7C8-21E1-4685-BBC5-313C75EB2FBA}" dt="2026-10-01T09:25:33.889" v="5123" actId="478"/>
          <ac:cxnSpMkLst>
            <pc:docMk/>
            <pc:sldMk cId="3049693155" sldId="269"/>
            <ac:cxnSpMk id="43" creationId="{B6F64A65-0D8C-4500-3F4B-C9865DE03EAF}"/>
          </ac:cxnSpMkLst>
        </pc:cxnChg>
        <pc:cxnChg chg="mod">
          <ac:chgData name="강창범" userId="6a7447b3-2e50-499e-b487-9c847021f407" providerId="ADAL" clId="{0F6DE7C8-21E1-4685-BBC5-313C75EB2FBA}" dt="2026-10-01T09:25:33.889" v="5123" actId="478"/>
          <ac:cxnSpMkLst>
            <pc:docMk/>
            <pc:sldMk cId="3049693155" sldId="269"/>
            <ac:cxnSpMk id="45" creationId="{F1641BE0-D83F-64F6-71B2-DCBE91E1430F}"/>
          </ac:cxnSpMkLst>
        </pc:cxnChg>
        <pc:cxnChg chg="mod">
          <ac:chgData name="강창범" userId="6a7447b3-2e50-499e-b487-9c847021f407" providerId="ADAL" clId="{0F6DE7C8-21E1-4685-BBC5-313C75EB2FBA}" dt="2026-10-01T09:29:57.697" v="5149" actId="21"/>
          <ac:cxnSpMkLst>
            <pc:docMk/>
            <pc:sldMk cId="3049693155" sldId="269"/>
            <ac:cxnSpMk id="52" creationId="{693ED60F-FCBB-BCBD-1081-59BA109675B5}"/>
          </ac:cxnSpMkLst>
        </pc:cxnChg>
        <pc:cxnChg chg="mod">
          <ac:chgData name="강창범" userId="6a7447b3-2e50-499e-b487-9c847021f407" providerId="ADAL" clId="{0F6DE7C8-21E1-4685-BBC5-313C75EB2FBA}" dt="2026-10-01T09:29:57.697" v="5149" actId="21"/>
          <ac:cxnSpMkLst>
            <pc:docMk/>
            <pc:sldMk cId="3049693155" sldId="269"/>
            <ac:cxnSpMk id="53" creationId="{1B450957-AEAB-24C3-A16D-F123800B62F4}"/>
          </ac:cxnSpMkLst>
        </pc:cxnChg>
        <pc:cxnChg chg="mod">
          <ac:chgData name="강창범" userId="6a7447b3-2e50-499e-b487-9c847021f407" providerId="ADAL" clId="{0F6DE7C8-21E1-4685-BBC5-313C75EB2FBA}" dt="2026-10-01T09:29:57.697" v="5149" actId="21"/>
          <ac:cxnSpMkLst>
            <pc:docMk/>
            <pc:sldMk cId="3049693155" sldId="269"/>
            <ac:cxnSpMk id="54" creationId="{6F323625-F76F-A338-FCBA-3A22CFCCEE45}"/>
          </ac:cxnSpMkLst>
        </pc:cxnChg>
        <pc:cxnChg chg="mod">
          <ac:chgData name="강창범" userId="6a7447b3-2e50-499e-b487-9c847021f407" providerId="ADAL" clId="{0F6DE7C8-21E1-4685-BBC5-313C75EB2FBA}" dt="2026-10-01T09:29:57.697" v="5149" actId="21"/>
          <ac:cxnSpMkLst>
            <pc:docMk/>
            <pc:sldMk cId="3049693155" sldId="269"/>
            <ac:cxnSpMk id="55" creationId="{7358F770-BFAE-CA88-5B85-1BB39D64BC03}"/>
          </ac:cxnSpMkLst>
        </pc:cxnChg>
        <pc:cxnChg chg="mod">
          <ac:chgData name="강창범" userId="6a7447b3-2e50-499e-b487-9c847021f407" providerId="ADAL" clId="{0F6DE7C8-21E1-4685-BBC5-313C75EB2FBA}" dt="2026-10-01T09:29:57.697" v="5149" actId="21"/>
          <ac:cxnSpMkLst>
            <pc:docMk/>
            <pc:sldMk cId="3049693155" sldId="269"/>
            <ac:cxnSpMk id="56" creationId="{03398D73-D6EC-27DE-7366-ECCE2613CBA0}"/>
          </ac:cxnSpMkLst>
        </pc:cxnChg>
        <pc:cxnChg chg="mod">
          <ac:chgData name="강창범" userId="6a7447b3-2e50-499e-b487-9c847021f407" providerId="ADAL" clId="{0F6DE7C8-21E1-4685-BBC5-313C75EB2FBA}" dt="2026-10-01T09:29:57.697" v="5149" actId="21"/>
          <ac:cxnSpMkLst>
            <pc:docMk/>
            <pc:sldMk cId="3049693155" sldId="269"/>
            <ac:cxnSpMk id="58" creationId="{F6DBE374-FED1-6503-A698-0D53344A2B2A}"/>
          </ac:cxnSpMkLst>
        </pc:cxnChg>
        <pc:cxnChg chg="mod">
          <ac:chgData name="강창범" userId="6a7447b3-2e50-499e-b487-9c847021f407" providerId="ADAL" clId="{0F6DE7C8-21E1-4685-BBC5-313C75EB2FBA}" dt="2026-10-01T09:29:58.217" v="5150"/>
          <ac:cxnSpMkLst>
            <pc:docMk/>
            <pc:sldMk cId="3049693155" sldId="269"/>
            <ac:cxnSpMk id="66" creationId="{693ED60F-FCBB-BCBD-1081-59BA109675B5}"/>
          </ac:cxnSpMkLst>
        </pc:cxnChg>
        <pc:cxnChg chg="mod">
          <ac:chgData name="강창범" userId="6a7447b3-2e50-499e-b487-9c847021f407" providerId="ADAL" clId="{0F6DE7C8-21E1-4685-BBC5-313C75EB2FBA}" dt="2026-10-01T09:29:58.217" v="5150"/>
          <ac:cxnSpMkLst>
            <pc:docMk/>
            <pc:sldMk cId="3049693155" sldId="269"/>
            <ac:cxnSpMk id="68" creationId="{6F323625-F76F-A338-FCBA-3A22CFCCEE45}"/>
          </ac:cxnSpMkLst>
        </pc:cxnChg>
      </pc:sldChg>
      <pc:sldChg chg="addSp delSp modSp add mod">
        <pc:chgData name="강창범" userId="6a7447b3-2e50-499e-b487-9c847021f407" providerId="ADAL" clId="{0F6DE7C8-21E1-4685-BBC5-313C75EB2FBA}" dt="2026-10-02T07:58:50.069" v="5455" actId="20577"/>
        <pc:sldMkLst>
          <pc:docMk/>
          <pc:sldMk cId="2027575900" sldId="270"/>
        </pc:sldMkLst>
        <pc:spChg chg="add mod">
          <ac:chgData name="강창범" userId="6a7447b3-2e50-499e-b487-9c847021f407" providerId="ADAL" clId="{0F6DE7C8-21E1-4685-BBC5-313C75EB2FBA}" dt="2026-10-01T09:17:56.177" v="5085" actId="1076"/>
          <ac:spMkLst>
            <pc:docMk/>
            <pc:sldMk cId="2027575900" sldId="270"/>
            <ac:spMk id="5" creationId="{DB1BD52A-1A47-81F1-5D80-FD97EBF65C96}"/>
          </ac:spMkLst>
        </pc:spChg>
        <pc:spChg chg="mod">
          <ac:chgData name="강창범" userId="6a7447b3-2e50-499e-b487-9c847021f407" providerId="ADAL" clId="{0F6DE7C8-21E1-4685-BBC5-313C75EB2FBA}" dt="2026-10-01T09:17:56.901" v="5086"/>
          <ac:spMkLst>
            <pc:docMk/>
            <pc:sldMk cId="2027575900" sldId="270"/>
            <ac:spMk id="7" creationId="{378FE20B-84EE-2B9B-D34B-BE981D1B3CB5}"/>
          </ac:spMkLst>
        </pc:spChg>
        <pc:spChg chg="mod">
          <ac:chgData name="강창범" userId="6a7447b3-2e50-499e-b487-9c847021f407" providerId="ADAL" clId="{0F6DE7C8-21E1-4685-BBC5-313C75EB2FBA}" dt="2026-10-01T09:17:56.901" v="5086"/>
          <ac:spMkLst>
            <pc:docMk/>
            <pc:sldMk cId="2027575900" sldId="270"/>
            <ac:spMk id="8" creationId="{A2AF62A6-C80E-6BF0-9DCD-DC325B1B653D}"/>
          </ac:spMkLst>
        </pc:spChg>
        <pc:spChg chg="mod">
          <ac:chgData name="강창범" userId="6a7447b3-2e50-499e-b487-9c847021f407" providerId="ADAL" clId="{0F6DE7C8-21E1-4685-BBC5-313C75EB2FBA}" dt="2026-10-02T07:58:50.069" v="5455" actId="20577"/>
          <ac:spMkLst>
            <pc:docMk/>
            <pc:sldMk cId="2027575900" sldId="270"/>
            <ac:spMk id="9" creationId="{8C192D26-B49A-CA69-3718-0910927AE21D}"/>
          </ac:spMkLst>
        </pc:spChg>
        <pc:spChg chg="mod">
          <ac:chgData name="강창범" userId="6a7447b3-2e50-499e-b487-9c847021f407" providerId="ADAL" clId="{0F6DE7C8-21E1-4685-BBC5-313C75EB2FBA}" dt="2026-10-01T09:17:56.901" v="5086"/>
          <ac:spMkLst>
            <pc:docMk/>
            <pc:sldMk cId="2027575900" sldId="270"/>
            <ac:spMk id="10" creationId="{2234E0E8-7B95-43BF-53D8-4E1F458A461B}"/>
          </ac:spMkLst>
        </pc:spChg>
        <pc:spChg chg="mod">
          <ac:chgData name="강창범" userId="6a7447b3-2e50-499e-b487-9c847021f407" providerId="ADAL" clId="{0F6DE7C8-21E1-4685-BBC5-313C75EB2FBA}" dt="2026-10-01T09:17:56.901" v="5086"/>
          <ac:spMkLst>
            <pc:docMk/>
            <pc:sldMk cId="2027575900" sldId="270"/>
            <ac:spMk id="11" creationId="{97A4965E-43E4-1DA5-BCD6-898D41D663B0}"/>
          </ac:spMkLst>
        </pc:spChg>
        <pc:spChg chg="mod">
          <ac:chgData name="강창범" userId="6a7447b3-2e50-499e-b487-9c847021f407" providerId="ADAL" clId="{0F6DE7C8-21E1-4685-BBC5-313C75EB2FBA}" dt="2026-10-01T09:17:56.901" v="5086"/>
          <ac:spMkLst>
            <pc:docMk/>
            <pc:sldMk cId="2027575900" sldId="270"/>
            <ac:spMk id="12" creationId="{447C33CE-7650-73D8-4593-91C002309144}"/>
          </ac:spMkLst>
        </pc:spChg>
        <pc:spChg chg="mod">
          <ac:chgData name="강창범" userId="6a7447b3-2e50-499e-b487-9c847021f407" providerId="ADAL" clId="{0F6DE7C8-21E1-4685-BBC5-313C75EB2FBA}" dt="2026-10-01T09:17:56.901" v="5086"/>
          <ac:spMkLst>
            <pc:docMk/>
            <pc:sldMk cId="2027575900" sldId="270"/>
            <ac:spMk id="13" creationId="{CDD10D1D-91D1-D682-D5F0-DC3F4A2167BD}"/>
          </ac:spMkLst>
        </pc:spChg>
        <pc:spChg chg="mod">
          <ac:chgData name="강창범" userId="6a7447b3-2e50-499e-b487-9c847021f407" providerId="ADAL" clId="{0F6DE7C8-21E1-4685-BBC5-313C75EB2FBA}" dt="2026-10-01T09:17:56.901" v="5086"/>
          <ac:spMkLst>
            <pc:docMk/>
            <pc:sldMk cId="2027575900" sldId="270"/>
            <ac:spMk id="14" creationId="{B4C8BDC7-9226-A438-500E-24C84FAD31A2}"/>
          </ac:spMkLst>
        </pc:spChg>
        <pc:spChg chg="mod">
          <ac:chgData name="강창범" userId="6a7447b3-2e50-499e-b487-9c847021f407" providerId="ADAL" clId="{0F6DE7C8-21E1-4685-BBC5-313C75EB2FBA}" dt="2026-10-01T09:17:56.901" v="5086"/>
          <ac:spMkLst>
            <pc:docMk/>
            <pc:sldMk cId="2027575900" sldId="270"/>
            <ac:spMk id="21" creationId="{1BD0FCC7-0E03-BC2E-C827-E7FAF18CDE11}"/>
          </ac:spMkLst>
        </pc:spChg>
        <pc:spChg chg="mod">
          <ac:chgData name="강창범" userId="6a7447b3-2e50-499e-b487-9c847021f407" providerId="ADAL" clId="{0F6DE7C8-21E1-4685-BBC5-313C75EB2FBA}" dt="2026-10-01T09:17:56.901" v="5086"/>
          <ac:spMkLst>
            <pc:docMk/>
            <pc:sldMk cId="2027575900" sldId="270"/>
            <ac:spMk id="23" creationId="{99FB30DF-BC32-374F-48D2-C60664B321C9}"/>
          </ac:spMkLst>
        </pc:spChg>
        <pc:spChg chg="mod">
          <ac:chgData name="강창범" userId="6a7447b3-2e50-499e-b487-9c847021f407" providerId="ADAL" clId="{0F6DE7C8-21E1-4685-BBC5-313C75EB2FBA}" dt="2026-10-01T09:25:45.068" v="5126"/>
          <ac:spMkLst>
            <pc:docMk/>
            <pc:sldMk cId="2027575900" sldId="270"/>
            <ac:spMk id="26" creationId="{EA1EB529-8D08-14F7-E2A8-B809C536C717}"/>
          </ac:spMkLst>
        </pc:spChg>
        <pc:spChg chg="mod">
          <ac:chgData name="강창범" userId="6a7447b3-2e50-499e-b487-9c847021f407" providerId="ADAL" clId="{0F6DE7C8-21E1-4685-BBC5-313C75EB2FBA}" dt="2026-10-01T09:25:45.068" v="5126"/>
          <ac:spMkLst>
            <pc:docMk/>
            <pc:sldMk cId="2027575900" sldId="270"/>
            <ac:spMk id="27" creationId="{1191CB7F-D940-FD09-B4F9-8AD06B7A6886}"/>
          </ac:spMkLst>
        </pc:spChg>
        <pc:spChg chg="del mod">
          <ac:chgData name="강창범" userId="6a7447b3-2e50-499e-b487-9c847021f407" providerId="ADAL" clId="{0F6DE7C8-21E1-4685-BBC5-313C75EB2FBA}" dt="2026-10-01T09:30:01.203" v="5151" actId="21"/>
          <ac:spMkLst>
            <pc:docMk/>
            <pc:sldMk cId="2027575900" sldId="270"/>
            <ac:spMk id="28" creationId="{E6402AB5-AA9A-6EBF-DC2D-E337C8261881}"/>
          </ac:spMkLst>
        </pc:spChg>
        <pc:spChg chg="mod">
          <ac:chgData name="강창범" userId="6a7447b3-2e50-499e-b487-9c847021f407" providerId="ADAL" clId="{0F6DE7C8-21E1-4685-BBC5-313C75EB2FBA}" dt="2026-10-01T09:25:45.068" v="5126"/>
          <ac:spMkLst>
            <pc:docMk/>
            <pc:sldMk cId="2027575900" sldId="270"/>
            <ac:spMk id="29" creationId="{B66EDD11-A3B9-3054-DAC9-5DA9A1407B5D}"/>
          </ac:spMkLst>
        </pc:spChg>
        <pc:spChg chg="mod">
          <ac:chgData name="강창범" userId="6a7447b3-2e50-499e-b487-9c847021f407" providerId="ADAL" clId="{0F6DE7C8-21E1-4685-BBC5-313C75EB2FBA}" dt="2026-10-01T09:25:45.068" v="5126"/>
          <ac:spMkLst>
            <pc:docMk/>
            <pc:sldMk cId="2027575900" sldId="270"/>
            <ac:spMk id="30" creationId="{C2B7DB2A-9A73-7A5C-492B-72CD9FF460D0}"/>
          </ac:spMkLst>
        </pc:spChg>
        <pc:spChg chg="mod">
          <ac:chgData name="강창범" userId="6a7447b3-2e50-499e-b487-9c847021f407" providerId="ADAL" clId="{0F6DE7C8-21E1-4685-BBC5-313C75EB2FBA}" dt="2026-10-01T09:25:45.068" v="5126"/>
          <ac:spMkLst>
            <pc:docMk/>
            <pc:sldMk cId="2027575900" sldId="270"/>
            <ac:spMk id="36" creationId="{A113F697-4BCC-877A-95AB-0E7629E36F1B}"/>
          </ac:spMkLst>
        </pc:spChg>
        <pc:spChg chg="mod">
          <ac:chgData name="강창범" userId="6a7447b3-2e50-499e-b487-9c847021f407" providerId="ADAL" clId="{0F6DE7C8-21E1-4685-BBC5-313C75EB2FBA}" dt="2026-10-01T09:25:45.068" v="5126"/>
          <ac:spMkLst>
            <pc:docMk/>
            <pc:sldMk cId="2027575900" sldId="270"/>
            <ac:spMk id="38" creationId="{E4B8269D-60D1-1640-8F1F-6BD2A529D92A}"/>
          </ac:spMkLst>
        </pc:spChg>
        <pc:spChg chg="mod">
          <ac:chgData name="강창범" userId="6a7447b3-2e50-499e-b487-9c847021f407" providerId="ADAL" clId="{0F6DE7C8-21E1-4685-BBC5-313C75EB2FBA}" dt="2026-10-01T09:30:03.435" v="5153"/>
          <ac:spMkLst>
            <pc:docMk/>
            <pc:sldMk cId="2027575900" sldId="270"/>
            <ac:spMk id="40" creationId="{EA1EB529-8D08-14F7-E2A8-B809C536C717}"/>
          </ac:spMkLst>
        </pc:spChg>
        <pc:spChg chg="mod">
          <ac:chgData name="강창범" userId="6a7447b3-2e50-499e-b487-9c847021f407" providerId="ADAL" clId="{0F6DE7C8-21E1-4685-BBC5-313C75EB2FBA}" dt="2026-10-01T09:30:03.435" v="5153"/>
          <ac:spMkLst>
            <pc:docMk/>
            <pc:sldMk cId="2027575900" sldId="270"/>
            <ac:spMk id="41" creationId="{1191CB7F-D940-FD09-B4F9-8AD06B7A6886}"/>
          </ac:spMkLst>
        </pc:spChg>
        <pc:spChg chg="mod">
          <ac:chgData name="강창범" userId="6a7447b3-2e50-499e-b487-9c847021f407" providerId="ADAL" clId="{0F6DE7C8-21E1-4685-BBC5-313C75EB2FBA}" dt="2026-10-01T09:30:03.435" v="5153"/>
          <ac:spMkLst>
            <pc:docMk/>
            <pc:sldMk cId="2027575900" sldId="270"/>
            <ac:spMk id="42" creationId="{B66EDD11-A3B9-3054-DAC9-5DA9A1407B5D}"/>
          </ac:spMkLst>
        </pc:spChg>
        <pc:spChg chg="mod">
          <ac:chgData name="강창범" userId="6a7447b3-2e50-499e-b487-9c847021f407" providerId="ADAL" clId="{0F6DE7C8-21E1-4685-BBC5-313C75EB2FBA}" dt="2026-10-01T09:30:03.435" v="5153"/>
          <ac:spMkLst>
            <pc:docMk/>
            <pc:sldMk cId="2027575900" sldId="270"/>
            <ac:spMk id="43" creationId="{C2B7DB2A-9A73-7A5C-492B-72CD9FF460D0}"/>
          </ac:spMkLst>
        </pc:spChg>
        <pc:spChg chg="mod">
          <ac:chgData name="강창범" userId="6a7447b3-2e50-499e-b487-9c847021f407" providerId="ADAL" clId="{0F6DE7C8-21E1-4685-BBC5-313C75EB2FBA}" dt="2026-10-01T09:30:03.435" v="5153"/>
          <ac:spMkLst>
            <pc:docMk/>
            <pc:sldMk cId="2027575900" sldId="270"/>
            <ac:spMk id="49" creationId="{A113F697-4BCC-877A-95AB-0E7629E36F1B}"/>
          </ac:spMkLst>
        </pc:spChg>
        <pc:spChg chg="mod">
          <ac:chgData name="강창범" userId="6a7447b3-2e50-499e-b487-9c847021f407" providerId="ADAL" clId="{0F6DE7C8-21E1-4685-BBC5-313C75EB2FBA}" dt="2026-10-01T09:30:03.435" v="5153"/>
          <ac:spMkLst>
            <pc:docMk/>
            <pc:sldMk cId="2027575900" sldId="270"/>
            <ac:spMk id="51" creationId="{E4B8269D-60D1-1640-8F1F-6BD2A529D92A}"/>
          </ac:spMkLst>
        </pc:spChg>
        <pc:spChg chg="mod">
          <ac:chgData name="강창범" userId="6a7447b3-2e50-499e-b487-9c847021f407" providerId="ADAL" clId="{0F6DE7C8-21E1-4685-BBC5-313C75EB2FBA}" dt="2026-10-01T09:30:06.092" v="5155"/>
          <ac:spMkLst>
            <pc:docMk/>
            <pc:sldMk cId="2027575900" sldId="270"/>
            <ac:spMk id="53" creationId="{EA1EB529-8D08-14F7-E2A8-B809C536C717}"/>
          </ac:spMkLst>
        </pc:spChg>
        <pc:spChg chg="mod">
          <ac:chgData name="강창범" userId="6a7447b3-2e50-499e-b487-9c847021f407" providerId="ADAL" clId="{0F6DE7C8-21E1-4685-BBC5-313C75EB2FBA}" dt="2026-10-01T09:30:06.092" v="5155"/>
          <ac:spMkLst>
            <pc:docMk/>
            <pc:sldMk cId="2027575900" sldId="270"/>
            <ac:spMk id="54" creationId="{1191CB7F-D940-FD09-B4F9-8AD06B7A6886}"/>
          </ac:spMkLst>
        </pc:spChg>
        <pc:spChg chg="mod">
          <ac:chgData name="강창범" userId="6a7447b3-2e50-499e-b487-9c847021f407" providerId="ADAL" clId="{0F6DE7C8-21E1-4685-BBC5-313C75EB2FBA}" dt="2026-10-01T09:30:06.092" v="5155"/>
          <ac:spMkLst>
            <pc:docMk/>
            <pc:sldMk cId="2027575900" sldId="270"/>
            <ac:spMk id="55" creationId="{B66EDD11-A3B9-3054-DAC9-5DA9A1407B5D}"/>
          </ac:spMkLst>
        </pc:spChg>
        <pc:spChg chg="mod">
          <ac:chgData name="강창범" userId="6a7447b3-2e50-499e-b487-9c847021f407" providerId="ADAL" clId="{0F6DE7C8-21E1-4685-BBC5-313C75EB2FBA}" dt="2026-10-01T09:30:06.092" v="5155"/>
          <ac:spMkLst>
            <pc:docMk/>
            <pc:sldMk cId="2027575900" sldId="270"/>
            <ac:spMk id="56" creationId="{C2B7DB2A-9A73-7A5C-492B-72CD9FF460D0}"/>
          </ac:spMkLst>
        </pc:spChg>
        <pc:spChg chg="mod">
          <ac:chgData name="강창범" userId="6a7447b3-2e50-499e-b487-9c847021f407" providerId="ADAL" clId="{0F6DE7C8-21E1-4685-BBC5-313C75EB2FBA}" dt="2026-10-01T09:30:06.092" v="5155"/>
          <ac:spMkLst>
            <pc:docMk/>
            <pc:sldMk cId="2027575900" sldId="270"/>
            <ac:spMk id="62" creationId="{A113F697-4BCC-877A-95AB-0E7629E36F1B}"/>
          </ac:spMkLst>
        </pc:spChg>
        <pc:spChg chg="mod">
          <ac:chgData name="강창범" userId="6a7447b3-2e50-499e-b487-9c847021f407" providerId="ADAL" clId="{0F6DE7C8-21E1-4685-BBC5-313C75EB2FBA}" dt="2026-10-01T09:30:06.092" v="5155"/>
          <ac:spMkLst>
            <pc:docMk/>
            <pc:sldMk cId="2027575900" sldId="270"/>
            <ac:spMk id="64" creationId="{E4B8269D-60D1-1640-8F1F-6BD2A529D92A}"/>
          </ac:spMkLst>
        </pc:spChg>
        <pc:spChg chg="mod">
          <ac:chgData name="강창범" userId="6a7447b3-2e50-499e-b487-9c847021f407" providerId="ADAL" clId="{0F6DE7C8-21E1-4685-BBC5-313C75EB2FBA}" dt="2026-10-01T09:30:11.461" v="5157"/>
          <ac:spMkLst>
            <pc:docMk/>
            <pc:sldMk cId="2027575900" sldId="270"/>
            <ac:spMk id="68" creationId="{35EE247C-7012-A33A-06E5-A456BB55643A}"/>
          </ac:spMkLst>
        </pc:spChg>
        <pc:spChg chg="mod">
          <ac:chgData name="강창범" userId="6a7447b3-2e50-499e-b487-9c847021f407" providerId="ADAL" clId="{0F6DE7C8-21E1-4685-BBC5-313C75EB2FBA}" dt="2026-10-01T09:30:11.461" v="5157"/>
          <ac:spMkLst>
            <pc:docMk/>
            <pc:sldMk cId="2027575900" sldId="270"/>
            <ac:spMk id="69" creationId="{98F52FBE-91DA-CFF2-C186-E42C5CBB8A3E}"/>
          </ac:spMkLst>
        </pc:spChg>
        <pc:spChg chg="mod">
          <ac:chgData name="강창범" userId="6a7447b3-2e50-499e-b487-9c847021f407" providerId="ADAL" clId="{0F6DE7C8-21E1-4685-BBC5-313C75EB2FBA}" dt="2026-10-01T09:30:11.461" v="5157"/>
          <ac:spMkLst>
            <pc:docMk/>
            <pc:sldMk cId="2027575900" sldId="270"/>
            <ac:spMk id="70" creationId="{39CF224A-FBEE-7A47-1C2A-496815D0ACB1}"/>
          </ac:spMkLst>
        </pc:spChg>
        <pc:spChg chg="mod">
          <ac:chgData name="강창범" userId="6a7447b3-2e50-499e-b487-9c847021f407" providerId="ADAL" clId="{0F6DE7C8-21E1-4685-BBC5-313C75EB2FBA}" dt="2026-10-01T09:30:11.461" v="5157"/>
          <ac:spMkLst>
            <pc:docMk/>
            <pc:sldMk cId="2027575900" sldId="270"/>
            <ac:spMk id="71" creationId="{15B1EDDF-BE5E-AE97-A8BA-433AF56D5BE2}"/>
          </ac:spMkLst>
        </pc:spChg>
        <pc:spChg chg="mod">
          <ac:chgData name="강창범" userId="6a7447b3-2e50-499e-b487-9c847021f407" providerId="ADAL" clId="{0F6DE7C8-21E1-4685-BBC5-313C75EB2FBA}" dt="2026-10-01T09:30:11.461" v="5157"/>
          <ac:spMkLst>
            <pc:docMk/>
            <pc:sldMk cId="2027575900" sldId="270"/>
            <ac:spMk id="72" creationId="{4200C56F-1F98-B10C-4AC4-EA3BC806F484}"/>
          </ac:spMkLst>
        </pc:spChg>
        <pc:spChg chg="mod">
          <ac:chgData name="강창범" userId="6a7447b3-2e50-499e-b487-9c847021f407" providerId="ADAL" clId="{0F6DE7C8-21E1-4685-BBC5-313C75EB2FBA}" dt="2026-10-01T09:30:11.461" v="5157"/>
          <ac:spMkLst>
            <pc:docMk/>
            <pc:sldMk cId="2027575900" sldId="270"/>
            <ac:spMk id="78" creationId="{BF0C37E4-7888-1DF7-23CB-33303D6D5274}"/>
          </ac:spMkLst>
        </pc:spChg>
        <pc:spChg chg="mod">
          <ac:chgData name="강창범" userId="6a7447b3-2e50-499e-b487-9c847021f407" providerId="ADAL" clId="{0F6DE7C8-21E1-4685-BBC5-313C75EB2FBA}" dt="2026-10-01T09:30:11.461" v="5157"/>
          <ac:spMkLst>
            <pc:docMk/>
            <pc:sldMk cId="2027575900" sldId="270"/>
            <ac:spMk id="80" creationId="{6A7701BD-E246-8872-B51C-D124A49BC256}"/>
          </ac:spMkLst>
        </pc:spChg>
        <pc:grpChg chg="add del mod">
          <ac:chgData name="강창범" userId="6a7447b3-2e50-499e-b487-9c847021f407" providerId="ADAL" clId="{0F6DE7C8-21E1-4685-BBC5-313C75EB2FBA}" dt="2026-10-01T09:25:44.799" v="5125" actId="478"/>
          <ac:grpSpMkLst>
            <pc:docMk/>
            <pc:sldMk cId="2027575900" sldId="270"/>
            <ac:grpSpMk id="6" creationId="{4498158E-7156-F0A5-6A51-E93B0EB1970D}"/>
          </ac:grpSpMkLst>
        </pc:grpChg>
        <pc:grpChg chg="add del mod">
          <ac:chgData name="강창범" userId="6a7447b3-2e50-499e-b487-9c847021f407" providerId="ADAL" clId="{0F6DE7C8-21E1-4685-BBC5-313C75EB2FBA}" dt="2026-10-01T09:30:03.074" v="5152" actId="21"/>
          <ac:grpSpMkLst>
            <pc:docMk/>
            <pc:sldMk cId="2027575900" sldId="270"/>
            <ac:grpSpMk id="25" creationId="{7B6F0408-5151-8BA7-E384-64DEE5EE1D2F}"/>
          </ac:grpSpMkLst>
        </pc:grpChg>
        <pc:grpChg chg="add del mod">
          <ac:chgData name="강창범" userId="6a7447b3-2e50-499e-b487-9c847021f407" providerId="ADAL" clId="{0F6DE7C8-21E1-4685-BBC5-313C75EB2FBA}" dt="2026-10-01T09:30:05.706" v="5154" actId="21"/>
          <ac:grpSpMkLst>
            <pc:docMk/>
            <pc:sldMk cId="2027575900" sldId="270"/>
            <ac:grpSpMk id="39" creationId="{7B6F0408-5151-8BA7-E384-64DEE5EE1D2F}"/>
          </ac:grpSpMkLst>
        </pc:grpChg>
        <pc:grpChg chg="add del mod">
          <ac:chgData name="강창범" userId="6a7447b3-2e50-499e-b487-9c847021f407" providerId="ADAL" clId="{0F6DE7C8-21E1-4685-BBC5-313C75EB2FBA}" dt="2026-10-01T09:30:07.020" v="5156" actId="21"/>
          <ac:grpSpMkLst>
            <pc:docMk/>
            <pc:sldMk cId="2027575900" sldId="270"/>
            <ac:grpSpMk id="52" creationId="{7B6F0408-5151-8BA7-E384-64DEE5EE1D2F}"/>
          </ac:grpSpMkLst>
        </pc:grpChg>
        <pc:grpChg chg="add mod">
          <ac:chgData name="강창범" userId="6a7447b3-2e50-499e-b487-9c847021f407" providerId="ADAL" clId="{0F6DE7C8-21E1-4685-BBC5-313C75EB2FBA}" dt="2026-10-01T09:30:11.461" v="5157"/>
          <ac:grpSpMkLst>
            <pc:docMk/>
            <pc:sldMk cId="2027575900" sldId="270"/>
            <ac:grpSpMk id="65" creationId="{665C5967-FB91-F5CB-772B-2294391CAB9F}"/>
          </ac:grpSpMkLst>
        </pc:grpChg>
        <pc:grpChg chg="mod">
          <ac:chgData name="강창범" userId="6a7447b3-2e50-499e-b487-9c847021f407" providerId="ADAL" clId="{0F6DE7C8-21E1-4685-BBC5-313C75EB2FBA}" dt="2026-10-01T09:30:11.461" v="5157"/>
          <ac:grpSpMkLst>
            <pc:docMk/>
            <pc:sldMk cId="2027575900" sldId="270"/>
            <ac:grpSpMk id="66" creationId="{EE20A13E-C22D-0B70-FB46-6862B05E0CCD}"/>
          </ac:grpSpMkLst>
        </pc:grpChg>
        <pc:graphicFrameChg chg="del mod">
          <ac:chgData name="강창범" userId="6a7447b3-2e50-499e-b487-9c847021f407" providerId="ADAL" clId="{0F6DE7C8-21E1-4685-BBC5-313C75EB2FBA}" dt="2026-10-01T08:49:20.989" v="4173" actId="478"/>
          <ac:graphicFrameMkLst>
            <pc:docMk/>
            <pc:sldMk cId="2027575900" sldId="270"/>
            <ac:graphicFrameMk id="2" creationId="{FA20A5DD-BBF8-4B8A-0A38-465E4FA94202}"/>
          </ac:graphicFrameMkLst>
        </pc:graphicFrameChg>
        <pc:graphicFrameChg chg="del modGraphic">
          <ac:chgData name="강창범" userId="6a7447b3-2e50-499e-b487-9c847021f407" providerId="ADAL" clId="{0F6DE7C8-21E1-4685-BBC5-313C75EB2FBA}" dt="2026-10-01T08:49:18.312" v="4171" actId="478"/>
          <ac:graphicFrameMkLst>
            <pc:docMk/>
            <pc:sldMk cId="2027575900" sldId="270"/>
            <ac:graphicFrameMk id="3" creationId="{892472CC-4813-6C58-EF90-CD7389390B29}"/>
          </ac:graphicFrameMkLst>
        </pc:graphicFrameChg>
        <pc:graphicFrameChg chg="add mod modGraphic">
          <ac:chgData name="강창범" userId="6a7447b3-2e50-499e-b487-9c847021f407" providerId="ADAL" clId="{0F6DE7C8-21E1-4685-BBC5-313C75EB2FBA}" dt="2026-10-01T09:17:53.117" v="5084" actId="14100"/>
          <ac:graphicFrameMkLst>
            <pc:docMk/>
            <pc:sldMk cId="2027575900" sldId="270"/>
            <ac:graphicFrameMk id="4" creationId="{DD2248E0-32FC-802D-B895-8D031ED821A4}"/>
          </ac:graphicFrameMkLst>
        </pc:graphicFrameChg>
        <pc:cxnChg chg="mod">
          <ac:chgData name="강창범" userId="6a7447b3-2e50-499e-b487-9c847021f407" providerId="ADAL" clId="{0F6DE7C8-21E1-4685-BBC5-313C75EB2FBA}" dt="2026-10-01T09:25:44.799" v="5125" actId="478"/>
          <ac:cxnSpMkLst>
            <pc:docMk/>
            <pc:sldMk cId="2027575900" sldId="270"/>
            <ac:cxnSpMk id="15" creationId="{3A4BD343-EA31-AF67-0268-FBFEB268564E}"/>
          </ac:cxnSpMkLst>
        </pc:cxnChg>
        <pc:cxnChg chg="mod">
          <ac:chgData name="강창범" userId="6a7447b3-2e50-499e-b487-9c847021f407" providerId="ADAL" clId="{0F6DE7C8-21E1-4685-BBC5-313C75EB2FBA}" dt="2026-10-01T09:25:44.799" v="5125" actId="478"/>
          <ac:cxnSpMkLst>
            <pc:docMk/>
            <pc:sldMk cId="2027575900" sldId="270"/>
            <ac:cxnSpMk id="16" creationId="{C9452356-8006-8CED-C3C7-B86B301C25DE}"/>
          </ac:cxnSpMkLst>
        </pc:cxnChg>
        <pc:cxnChg chg="mod">
          <ac:chgData name="강창범" userId="6a7447b3-2e50-499e-b487-9c847021f407" providerId="ADAL" clId="{0F6DE7C8-21E1-4685-BBC5-313C75EB2FBA}" dt="2026-10-01T09:25:44.799" v="5125" actId="478"/>
          <ac:cxnSpMkLst>
            <pc:docMk/>
            <pc:sldMk cId="2027575900" sldId="270"/>
            <ac:cxnSpMk id="17" creationId="{73EC94B0-7703-1D76-17F5-46233FE7E098}"/>
          </ac:cxnSpMkLst>
        </pc:cxnChg>
        <pc:cxnChg chg="mod">
          <ac:chgData name="강창범" userId="6a7447b3-2e50-499e-b487-9c847021f407" providerId="ADAL" clId="{0F6DE7C8-21E1-4685-BBC5-313C75EB2FBA}" dt="2026-10-01T09:25:44.799" v="5125" actId="478"/>
          <ac:cxnSpMkLst>
            <pc:docMk/>
            <pc:sldMk cId="2027575900" sldId="270"/>
            <ac:cxnSpMk id="18" creationId="{CB992DEC-5F98-8510-1116-16872E749968}"/>
          </ac:cxnSpMkLst>
        </pc:cxnChg>
        <pc:cxnChg chg="mod">
          <ac:chgData name="강창범" userId="6a7447b3-2e50-499e-b487-9c847021f407" providerId="ADAL" clId="{0F6DE7C8-21E1-4685-BBC5-313C75EB2FBA}" dt="2026-10-01T09:25:44.799" v="5125" actId="478"/>
          <ac:cxnSpMkLst>
            <pc:docMk/>
            <pc:sldMk cId="2027575900" sldId="270"/>
            <ac:cxnSpMk id="19" creationId="{998A7737-6840-9CC6-ED83-EA73B25995A6}"/>
          </ac:cxnSpMkLst>
        </pc:cxnChg>
        <pc:cxnChg chg="mod">
          <ac:chgData name="강창범" userId="6a7447b3-2e50-499e-b487-9c847021f407" providerId="ADAL" clId="{0F6DE7C8-21E1-4685-BBC5-313C75EB2FBA}" dt="2026-10-01T09:25:44.799" v="5125" actId="478"/>
          <ac:cxnSpMkLst>
            <pc:docMk/>
            <pc:sldMk cId="2027575900" sldId="270"/>
            <ac:cxnSpMk id="20" creationId="{8F91AD7C-80CA-D60F-8F48-B5F45E42342F}"/>
          </ac:cxnSpMkLst>
        </pc:cxnChg>
        <pc:cxnChg chg="mod">
          <ac:chgData name="강창범" userId="6a7447b3-2e50-499e-b487-9c847021f407" providerId="ADAL" clId="{0F6DE7C8-21E1-4685-BBC5-313C75EB2FBA}" dt="2026-10-01T09:25:44.799" v="5125" actId="478"/>
          <ac:cxnSpMkLst>
            <pc:docMk/>
            <pc:sldMk cId="2027575900" sldId="270"/>
            <ac:cxnSpMk id="22" creationId="{8AB33E46-A6DE-898E-4377-D213C08E171B}"/>
          </ac:cxnSpMkLst>
        </pc:cxnChg>
        <pc:cxnChg chg="mod">
          <ac:chgData name="강창범" userId="6a7447b3-2e50-499e-b487-9c847021f407" providerId="ADAL" clId="{0F6DE7C8-21E1-4685-BBC5-313C75EB2FBA}" dt="2026-10-01T09:25:44.799" v="5125" actId="478"/>
          <ac:cxnSpMkLst>
            <pc:docMk/>
            <pc:sldMk cId="2027575900" sldId="270"/>
            <ac:cxnSpMk id="24" creationId="{6E770226-140B-9E87-6E05-A9712DC3AA2E}"/>
          </ac:cxnSpMkLst>
        </pc:cxnChg>
        <pc:cxnChg chg="mod">
          <ac:chgData name="강창범" userId="6a7447b3-2e50-499e-b487-9c847021f407" providerId="ADAL" clId="{0F6DE7C8-21E1-4685-BBC5-313C75EB2FBA}" dt="2026-10-01T09:30:03.074" v="5152" actId="21"/>
          <ac:cxnSpMkLst>
            <pc:docMk/>
            <pc:sldMk cId="2027575900" sldId="270"/>
            <ac:cxnSpMk id="31" creationId="{85A3F366-57F6-D721-30D5-FCFF3DFA7AE3}"/>
          </ac:cxnSpMkLst>
        </pc:cxnChg>
        <pc:cxnChg chg="mod">
          <ac:chgData name="강창범" userId="6a7447b3-2e50-499e-b487-9c847021f407" providerId="ADAL" clId="{0F6DE7C8-21E1-4685-BBC5-313C75EB2FBA}" dt="2026-10-01T09:30:03.074" v="5152" actId="21"/>
          <ac:cxnSpMkLst>
            <pc:docMk/>
            <pc:sldMk cId="2027575900" sldId="270"/>
            <ac:cxnSpMk id="32" creationId="{E72DD26C-235C-8AB2-32A9-8E16A8EC8102}"/>
          </ac:cxnSpMkLst>
        </pc:cxnChg>
        <pc:cxnChg chg="mod">
          <ac:chgData name="강창범" userId="6a7447b3-2e50-499e-b487-9c847021f407" providerId="ADAL" clId="{0F6DE7C8-21E1-4685-BBC5-313C75EB2FBA}" dt="2026-10-01T09:30:03.074" v="5152" actId="21"/>
          <ac:cxnSpMkLst>
            <pc:docMk/>
            <pc:sldMk cId="2027575900" sldId="270"/>
            <ac:cxnSpMk id="33" creationId="{69AA0997-D6F4-6354-9323-29C1235095DB}"/>
          </ac:cxnSpMkLst>
        </pc:cxnChg>
        <pc:cxnChg chg="mod">
          <ac:chgData name="강창범" userId="6a7447b3-2e50-499e-b487-9c847021f407" providerId="ADAL" clId="{0F6DE7C8-21E1-4685-BBC5-313C75EB2FBA}" dt="2026-10-01T09:30:03.074" v="5152" actId="21"/>
          <ac:cxnSpMkLst>
            <pc:docMk/>
            <pc:sldMk cId="2027575900" sldId="270"/>
            <ac:cxnSpMk id="34" creationId="{20E9F68C-B975-4EC4-3FD3-6DC08ADC9909}"/>
          </ac:cxnSpMkLst>
        </pc:cxnChg>
        <pc:cxnChg chg="mod">
          <ac:chgData name="강창범" userId="6a7447b3-2e50-499e-b487-9c847021f407" providerId="ADAL" clId="{0F6DE7C8-21E1-4685-BBC5-313C75EB2FBA}" dt="2026-10-01T09:30:03.074" v="5152" actId="21"/>
          <ac:cxnSpMkLst>
            <pc:docMk/>
            <pc:sldMk cId="2027575900" sldId="270"/>
            <ac:cxnSpMk id="35" creationId="{4B31AFE8-3A69-D70B-40E5-E5EAB277C223}"/>
          </ac:cxnSpMkLst>
        </pc:cxnChg>
        <pc:cxnChg chg="mod">
          <ac:chgData name="강창범" userId="6a7447b3-2e50-499e-b487-9c847021f407" providerId="ADAL" clId="{0F6DE7C8-21E1-4685-BBC5-313C75EB2FBA}" dt="2026-10-01T09:30:03.074" v="5152" actId="21"/>
          <ac:cxnSpMkLst>
            <pc:docMk/>
            <pc:sldMk cId="2027575900" sldId="270"/>
            <ac:cxnSpMk id="37" creationId="{CBB5F11D-1F68-A7E0-CA11-147474810B08}"/>
          </ac:cxnSpMkLst>
        </pc:cxnChg>
        <pc:cxnChg chg="mod">
          <ac:chgData name="강창범" userId="6a7447b3-2e50-499e-b487-9c847021f407" providerId="ADAL" clId="{0F6DE7C8-21E1-4685-BBC5-313C75EB2FBA}" dt="2026-10-01T09:30:05.706" v="5154" actId="21"/>
          <ac:cxnSpMkLst>
            <pc:docMk/>
            <pc:sldMk cId="2027575900" sldId="270"/>
            <ac:cxnSpMk id="44" creationId="{85A3F366-57F6-D721-30D5-FCFF3DFA7AE3}"/>
          </ac:cxnSpMkLst>
        </pc:cxnChg>
        <pc:cxnChg chg="mod">
          <ac:chgData name="강창범" userId="6a7447b3-2e50-499e-b487-9c847021f407" providerId="ADAL" clId="{0F6DE7C8-21E1-4685-BBC5-313C75EB2FBA}" dt="2026-10-01T09:30:05.706" v="5154" actId="21"/>
          <ac:cxnSpMkLst>
            <pc:docMk/>
            <pc:sldMk cId="2027575900" sldId="270"/>
            <ac:cxnSpMk id="45" creationId="{E72DD26C-235C-8AB2-32A9-8E16A8EC8102}"/>
          </ac:cxnSpMkLst>
        </pc:cxnChg>
        <pc:cxnChg chg="mod">
          <ac:chgData name="강창범" userId="6a7447b3-2e50-499e-b487-9c847021f407" providerId="ADAL" clId="{0F6DE7C8-21E1-4685-BBC5-313C75EB2FBA}" dt="2026-10-01T09:30:05.706" v="5154" actId="21"/>
          <ac:cxnSpMkLst>
            <pc:docMk/>
            <pc:sldMk cId="2027575900" sldId="270"/>
            <ac:cxnSpMk id="46" creationId="{69AA0997-D6F4-6354-9323-29C1235095DB}"/>
          </ac:cxnSpMkLst>
        </pc:cxnChg>
        <pc:cxnChg chg="mod">
          <ac:chgData name="강창범" userId="6a7447b3-2e50-499e-b487-9c847021f407" providerId="ADAL" clId="{0F6DE7C8-21E1-4685-BBC5-313C75EB2FBA}" dt="2026-10-01T09:30:05.706" v="5154" actId="21"/>
          <ac:cxnSpMkLst>
            <pc:docMk/>
            <pc:sldMk cId="2027575900" sldId="270"/>
            <ac:cxnSpMk id="47" creationId="{20E9F68C-B975-4EC4-3FD3-6DC08ADC9909}"/>
          </ac:cxnSpMkLst>
        </pc:cxnChg>
        <pc:cxnChg chg="mod">
          <ac:chgData name="강창범" userId="6a7447b3-2e50-499e-b487-9c847021f407" providerId="ADAL" clId="{0F6DE7C8-21E1-4685-BBC5-313C75EB2FBA}" dt="2026-10-01T09:30:05.706" v="5154" actId="21"/>
          <ac:cxnSpMkLst>
            <pc:docMk/>
            <pc:sldMk cId="2027575900" sldId="270"/>
            <ac:cxnSpMk id="48" creationId="{4B31AFE8-3A69-D70B-40E5-E5EAB277C223}"/>
          </ac:cxnSpMkLst>
        </pc:cxnChg>
        <pc:cxnChg chg="mod">
          <ac:chgData name="강창범" userId="6a7447b3-2e50-499e-b487-9c847021f407" providerId="ADAL" clId="{0F6DE7C8-21E1-4685-BBC5-313C75EB2FBA}" dt="2026-10-01T09:30:05.706" v="5154" actId="21"/>
          <ac:cxnSpMkLst>
            <pc:docMk/>
            <pc:sldMk cId="2027575900" sldId="270"/>
            <ac:cxnSpMk id="50" creationId="{CBB5F11D-1F68-A7E0-CA11-147474810B08}"/>
          </ac:cxnSpMkLst>
        </pc:cxnChg>
        <pc:cxnChg chg="mod">
          <ac:chgData name="강창범" userId="6a7447b3-2e50-499e-b487-9c847021f407" providerId="ADAL" clId="{0F6DE7C8-21E1-4685-BBC5-313C75EB2FBA}" dt="2026-10-01T09:30:07.020" v="5156" actId="21"/>
          <ac:cxnSpMkLst>
            <pc:docMk/>
            <pc:sldMk cId="2027575900" sldId="270"/>
            <ac:cxnSpMk id="57" creationId="{85A3F366-57F6-D721-30D5-FCFF3DFA7AE3}"/>
          </ac:cxnSpMkLst>
        </pc:cxnChg>
        <pc:cxnChg chg="mod">
          <ac:chgData name="강창범" userId="6a7447b3-2e50-499e-b487-9c847021f407" providerId="ADAL" clId="{0F6DE7C8-21E1-4685-BBC5-313C75EB2FBA}" dt="2026-10-01T09:30:07.020" v="5156" actId="21"/>
          <ac:cxnSpMkLst>
            <pc:docMk/>
            <pc:sldMk cId="2027575900" sldId="270"/>
            <ac:cxnSpMk id="58" creationId="{E72DD26C-235C-8AB2-32A9-8E16A8EC8102}"/>
          </ac:cxnSpMkLst>
        </pc:cxnChg>
        <pc:cxnChg chg="mod">
          <ac:chgData name="강창범" userId="6a7447b3-2e50-499e-b487-9c847021f407" providerId="ADAL" clId="{0F6DE7C8-21E1-4685-BBC5-313C75EB2FBA}" dt="2026-10-01T09:30:07.020" v="5156" actId="21"/>
          <ac:cxnSpMkLst>
            <pc:docMk/>
            <pc:sldMk cId="2027575900" sldId="270"/>
            <ac:cxnSpMk id="59" creationId="{69AA0997-D6F4-6354-9323-29C1235095DB}"/>
          </ac:cxnSpMkLst>
        </pc:cxnChg>
        <pc:cxnChg chg="mod">
          <ac:chgData name="강창범" userId="6a7447b3-2e50-499e-b487-9c847021f407" providerId="ADAL" clId="{0F6DE7C8-21E1-4685-BBC5-313C75EB2FBA}" dt="2026-10-01T09:30:07.020" v="5156" actId="21"/>
          <ac:cxnSpMkLst>
            <pc:docMk/>
            <pc:sldMk cId="2027575900" sldId="270"/>
            <ac:cxnSpMk id="60" creationId="{20E9F68C-B975-4EC4-3FD3-6DC08ADC9909}"/>
          </ac:cxnSpMkLst>
        </pc:cxnChg>
        <pc:cxnChg chg="mod">
          <ac:chgData name="강창범" userId="6a7447b3-2e50-499e-b487-9c847021f407" providerId="ADAL" clId="{0F6DE7C8-21E1-4685-BBC5-313C75EB2FBA}" dt="2026-10-01T09:30:07.020" v="5156" actId="21"/>
          <ac:cxnSpMkLst>
            <pc:docMk/>
            <pc:sldMk cId="2027575900" sldId="270"/>
            <ac:cxnSpMk id="61" creationId="{4B31AFE8-3A69-D70B-40E5-E5EAB277C223}"/>
          </ac:cxnSpMkLst>
        </pc:cxnChg>
        <pc:cxnChg chg="mod">
          <ac:chgData name="강창범" userId="6a7447b3-2e50-499e-b487-9c847021f407" providerId="ADAL" clId="{0F6DE7C8-21E1-4685-BBC5-313C75EB2FBA}" dt="2026-10-01T09:30:07.020" v="5156" actId="21"/>
          <ac:cxnSpMkLst>
            <pc:docMk/>
            <pc:sldMk cId="2027575900" sldId="270"/>
            <ac:cxnSpMk id="63" creationId="{CBB5F11D-1F68-A7E0-CA11-147474810B08}"/>
          </ac:cxnSpMkLst>
        </pc:cxnChg>
        <pc:cxnChg chg="mod">
          <ac:chgData name="강창범" userId="6a7447b3-2e50-499e-b487-9c847021f407" providerId="ADAL" clId="{0F6DE7C8-21E1-4685-BBC5-313C75EB2FBA}" dt="2026-10-01T09:30:11.461" v="5157"/>
          <ac:cxnSpMkLst>
            <pc:docMk/>
            <pc:sldMk cId="2027575900" sldId="270"/>
            <ac:cxnSpMk id="74" creationId="{ED4F8F61-D480-5BDA-CEDC-C011CA62079C}"/>
          </ac:cxnSpMkLst>
        </pc:cxnChg>
      </pc:sldChg>
      <pc:sldChg chg="add del">
        <pc:chgData name="강창범" userId="6a7447b3-2e50-499e-b487-9c847021f407" providerId="ADAL" clId="{0F6DE7C8-21E1-4685-BBC5-313C75EB2FBA}" dt="2026-10-01T08:45:22.772" v="3999"/>
        <pc:sldMkLst>
          <pc:docMk/>
          <pc:sldMk cId="3194666939" sldId="270"/>
        </pc:sldMkLst>
      </pc:sldChg>
      <pc:sldChg chg="addSp delSp modSp add mod ord">
        <pc:chgData name="강창범" userId="6a7447b3-2e50-499e-b487-9c847021f407" providerId="ADAL" clId="{0F6DE7C8-21E1-4685-BBC5-313C75EB2FBA}" dt="2026-10-01T10:17:02.290" v="5164"/>
        <pc:sldMkLst>
          <pc:docMk/>
          <pc:sldMk cId="2582711938" sldId="271"/>
        </pc:sldMkLst>
        <pc:spChg chg="add mod">
          <ac:chgData name="강창범" userId="6a7447b3-2e50-499e-b487-9c847021f407" providerId="ADAL" clId="{0F6DE7C8-21E1-4685-BBC5-313C75EB2FBA}" dt="2026-10-01T09:30:37.280" v="5161" actId="20577"/>
          <ac:spMkLst>
            <pc:docMk/>
            <pc:sldMk cId="2582711938" sldId="271"/>
            <ac:spMk id="3" creationId="{F84A67FA-02AA-DD10-A802-7F275B205978}"/>
          </ac:spMkLst>
        </pc:spChg>
        <pc:spChg chg="mod">
          <ac:chgData name="강창범" userId="6a7447b3-2e50-499e-b487-9c847021f407" providerId="ADAL" clId="{0F6DE7C8-21E1-4685-BBC5-313C75EB2FBA}" dt="2026-10-01T09:18:00.053" v="5087"/>
          <ac:spMkLst>
            <pc:docMk/>
            <pc:sldMk cId="2582711938" sldId="271"/>
            <ac:spMk id="7" creationId="{D5CFBF8C-DBA6-AF76-8035-C2B812AF9B80}"/>
          </ac:spMkLst>
        </pc:spChg>
        <pc:spChg chg="mod">
          <ac:chgData name="강창범" userId="6a7447b3-2e50-499e-b487-9c847021f407" providerId="ADAL" clId="{0F6DE7C8-21E1-4685-BBC5-313C75EB2FBA}" dt="2026-10-01T09:18:00.053" v="5087"/>
          <ac:spMkLst>
            <pc:docMk/>
            <pc:sldMk cId="2582711938" sldId="271"/>
            <ac:spMk id="8" creationId="{E33118B4-8119-8D08-9C3D-AAA37234926E}"/>
          </ac:spMkLst>
        </pc:spChg>
        <pc:spChg chg="mod">
          <ac:chgData name="강창범" userId="6a7447b3-2e50-499e-b487-9c847021f407" providerId="ADAL" clId="{0F6DE7C8-21E1-4685-BBC5-313C75EB2FBA}" dt="2026-10-01T09:07:49.520" v="4844" actId="20577"/>
          <ac:spMkLst>
            <pc:docMk/>
            <pc:sldMk cId="2582711938" sldId="271"/>
            <ac:spMk id="9" creationId="{59618C0E-26F6-D4CC-BA37-1A2287C98E9A}"/>
          </ac:spMkLst>
        </pc:spChg>
        <pc:spChg chg="mod">
          <ac:chgData name="강창범" userId="6a7447b3-2e50-499e-b487-9c847021f407" providerId="ADAL" clId="{0F6DE7C8-21E1-4685-BBC5-313C75EB2FBA}" dt="2026-10-01T09:18:00.053" v="5087"/>
          <ac:spMkLst>
            <pc:docMk/>
            <pc:sldMk cId="2582711938" sldId="271"/>
            <ac:spMk id="10" creationId="{ABDBD204-D69A-D96D-4932-E02A8EE9387A}"/>
          </ac:spMkLst>
        </pc:spChg>
        <pc:spChg chg="mod">
          <ac:chgData name="강창범" userId="6a7447b3-2e50-499e-b487-9c847021f407" providerId="ADAL" clId="{0F6DE7C8-21E1-4685-BBC5-313C75EB2FBA}" dt="2026-10-01T09:18:00.053" v="5087"/>
          <ac:spMkLst>
            <pc:docMk/>
            <pc:sldMk cId="2582711938" sldId="271"/>
            <ac:spMk id="11" creationId="{3206EDB8-2EFB-0618-2259-38B40412A09A}"/>
          </ac:spMkLst>
        </pc:spChg>
        <pc:spChg chg="mod">
          <ac:chgData name="강창범" userId="6a7447b3-2e50-499e-b487-9c847021f407" providerId="ADAL" clId="{0F6DE7C8-21E1-4685-BBC5-313C75EB2FBA}" dt="2026-10-01T09:18:00.053" v="5087"/>
          <ac:spMkLst>
            <pc:docMk/>
            <pc:sldMk cId="2582711938" sldId="271"/>
            <ac:spMk id="12" creationId="{91E9F9F5-D172-055A-DBC2-BFFC3FA79578}"/>
          </ac:spMkLst>
        </pc:spChg>
        <pc:spChg chg="mod">
          <ac:chgData name="강창범" userId="6a7447b3-2e50-499e-b487-9c847021f407" providerId="ADAL" clId="{0F6DE7C8-21E1-4685-BBC5-313C75EB2FBA}" dt="2026-10-01T09:18:00.053" v="5087"/>
          <ac:spMkLst>
            <pc:docMk/>
            <pc:sldMk cId="2582711938" sldId="271"/>
            <ac:spMk id="13" creationId="{87962E3E-13AE-9737-C4AB-A630DADD03A5}"/>
          </ac:spMkLst>
        </pc:spChg>
        <pc:spChg chg="mod">
          <ac:chgData name="강창범" userId="6a7447b3-2e50-499e-b487-9c847021f407" providerId="ADAL" clId="{0F6DE7C8-21E1-4685-BBC5-313C75EB2FBA}" dt="2026-10-01T09:18:00.053" v="5087"/>
          <ac:spMkLst>
            <pc:docMk/>
            <pc:sldMk cId="2582711938" sldId="271"/>
            <ac:spMk id="14" creationId="{0DA22CBF-7CCE-EF3F-9A5F-A2D94C9867B7}"/>
          </ac:spMkLst>
        </pc:spChg>
        <pc:spChg chg="mod">
          <ac:chgData name="강창범" userId="6a7447b3-2e50-499e-b487-9c847021f407" providerId="ADAL" clId="{0F6DE7C8-21E1-4685-BBC5-313C75EB2FBA}" dt="2026-10-01T09:18:00.053" v="5087"/>
          <ac:spMkLst>
            <pc:docMk/>
            <pc:sldMk cId="2582711938" sldId="271"/>
            <ac:spMk id="21" creationId="{AF950285-5B1B-852E-66C8-39481A5F1775}"/>
          </ac:spMkLst>
        </pc:spChg>
        <pc:spChg chg="mod">
          <ac:chgData name="강창범" userId="6a7447b3-2e50-499e-b487-9c847021f407" providerId="ADAL" clId="{0F6DE7C8-21E1-4685-BBC5-313C75EB2FBA}" dt="2026-10-01T09:18:00.053" v="5087"/>
          <ac:spMkLst>
            <pc:docMk/>
            <pc:sldMk cId="2582711938" sldId="271"/>
            <ac:spMk id="23" creationId="{2A1FAE9B-04E4-836A-022A-CE6FBBBAF9EE}"/>
          </ac:spMkLst>
        </pc:spChg>
        <pc:spChg chg="mod">
          <ac:chgData name="강창범" userId="6a7447b3-2e50-499e-b487-9c847021f407" providerId="ADAL" clId="{0F6DE7C8-21E1-4685-BBC5-313C75EB2FBA}" dt="2026-10-01T09:25:48.566" v="5128"/>
          <ac:spMkLst>
            <pc:docMk/>
            <pc:sldMk cId="2582711938" sldId="271"/>
            <ac:spMk id="26" creationId="{D44F6E78-744B-F1BD-9353-4A0C870823DF}"/>
          </ac:spMkLst>
        </pc:spChg>
        <pc:spChg chg="mod">
          <ac:chgData name="강창범" userId="6a7447b3-2e50-499e-b487-9c847021f407" providerId="ADAL" clId="{0F6DE7C8-21E1-4685-BBC5-313C75EB2FBA}" dt="2026-10-01T09:25:48.566" v="5128"/>
          <ac:spMkLst>
            <pc:docMk/>
            <pc:sldMk cId="2582711938" sldId="271"/>
            <ac:spMk id="27" creationId="{FF93A3FA-B591-AD95-71F4-8D46892650CA}"/>
          </ac:spMkLst>
        </pc:spChg>
        <pc:spChg chg="mod">
          <ac:chgData name="강창범" userId="6a7447b3-2e50-499e-b487-9c847021f407" providerId="ADAL" clId="{0F6DE7C8-21E1-4685-BBC5-313C75EB2FBA}" dt="2026-10-01T09:25:48.566" v="5128"/>
          <ac:spMkLst>
            <pc:docMk/>
            <pc:sldMk cId="2582711938" sldId="271"/>
            <ac:spMk id="28" creationId="{A3FDDEC5-A9A5-E32C-3F53-7A503D237B1F}"/>
          </ac:spMkLst>
        </pc:spChg>
        <pc:spChg chg="mod">
          <ac:chgData name="강창범" userId="6a7447b3-2e50-499e-b487-9c847021f407" providerId="ADAL" clId="{0F6DE7C8-21E1-4685-BBC5-313C75EB2FBA}" dt="2026-10-01T09:25:48.566" v="5128"/>
          <ac:spMkLst>
            <pc:docMk/>
            <pc:sldMk cId="2582711938" sldId="271"/>
            <ac:spMk id="29" creationId="{FD070315-251F-A61C-98BF-B70579F86666}"/>
          </ac:spMkLst>
        </pc:spChg>
        <pc:spChg chg="mod">
          <ac:chgData name="강창범" userId="6a7447b3-2e50-499e-b487-9c847021f407" providerId="ADAL" clId="{0F6DE7C8-21E1-4685-BBC5-313C75EB2FBA}" dt="2026-10-01T09:25:48.566" v="5128"/>
          <ac:spMkLst>
            <pc:docMk/>
            <pc:sldMk cId="2582711938" sldId="271"/>
            <ac:spMk id="30" creationId="{6B91B2B0-E6F3-158D-3234-902789E6175B}"/>
          </ac:spMkLst>
        </pc:spChg>
        <pc:spChg chg="mod">
          <ac:chgData name="강창범" userId="6a7447b3-2e50-499e-b487-9c847021f407" providerId="ADAL" clId="{0F6DE7C8-21E1-4685-BBC5-313C75EB2FBA}" dt="2026-10-01T09:25:48.566" v="5128"/>
          <ac:spMkLst>
            <pc:docMk/>
            <pc:sldMk cId="2582711938" sldId="271"/>
            <ac:spMk id="36" creationId="{62217C29-ED1A-0D3F-8CE8-3A5C8DB37BEE}"/>
          </ac:spMkLst>
        </pc:spChg>
        <pc:spChg chg="mod">
          <ac:chgData name="강창범" userId="6a7447b3-2e50-499e-b487-9c847021f407" providerId="ADAL" clId="{0F6DE7C8-21E1-4685-BBC5-313C75EB2FBA}" dt="2026-10-01T09:25:48.566" v="5128"/>
          <ac:spMkLst>
            <pc:docMk/>
            <pc:sldMk cId="2582711938" sldId="271"/>
            <ac:spMk id="38" creationId="{BE50ABA4-0EA2-161D-2E3F-E9F0BE8D1849}"/>
          </ac:spMkLst>
        </pc:spChg>
        <pc:spChg chg="mod">
          <ac:chgData name="강창범" userId="6a7447b3-2e50-499e-b487-9c847021f407" providerId="ADAL" clId="{0F6DE7C8-21E1-4685-BBC5-313C75EB2FBA}" dt="2026-10-01T09:29:32.676" v="5144"/>
          <ac:spMkLst>
            <pc:docMk/>
            <pc:sldMk cId="2582711938" sldId="271"/>
            <ac:spMk id="40" creationId="{CEA7951C-25F4-329E-D0D4-E51C91054638}"/>
          </ac:spMkLst>
        </pc:spChg>
        <pc:spChg chg="mod">
          <ac:chgData name="강창범" userId="6a7447b3-2e50-499e-b487-9c847021f407" providerId="ADAL" clId="{0F6DE7C8-21E1-4685-BBC5-313C75EB2FBA}" dt="2026-10-01T09:29:32.676" v="5144"/>
          <ac:spMkLst>
            <pc:docMk/>
            <pc:sldMk cId="2582711938" sldId="271"/>
            <ac:spMk id="41" creationId="{F4A3206C-02B4-B9A8-E3B0-E34681714823}"/>
          </ac:spMkLst>
        </pc:spChg>
        <pc:spChg chg="mod">
          <ac:chgData name="강창범" userId="6a7447b3-2e50-499e-b487-9c847021f407" providerId="ADAL" clId="{0F6DE7C8-21E1-4685-BBC5-313C75EB2FBA}" dt="2026-10-01T09:29:32.676" v="5144"/>
          <ac:spMkLst>
            <pc:docMk/>
            <pc:sldMk cId="2582711938" sldId="271"/>
            <ac:spMk id="42" creationId="{3F6842E0-BF71-7362-9F30-64A16554EA57}"/>
          </ac:spMkLst>
        </pc:spChg>
        <pc:spChg chg="mod">
          <ac:chgData name="강창범" userId="6a7447b3-2e50-499e-b487-9c847021f407" providerId="ADAL" clId="{0F6DE7C8-21E1-4685-BBC5-313C75EB2FBA}" dt="2026-10-01T09:29:32.676" v="5144"/>
          <ac:spMkLst>
            <pc:docMk/>
            <pc:sldMk cId="2582711938" sldId="271"/>
            <ac:spMk id="43" creationId="{C0F3E15A-450F-8672-A91B-22597EFF7087}"/>
          </ac:spMkLst>
        </pc:spChg>
        <pc:spChg chg="mod">
          <ac:chgData name="강창범" userId="6a7447b3-2e50-499e-b487-9c847021f407" providerId="ADAL" clId="{0F6DE7C8-21E1-4685-BBC5-313C75EB2FBA}" dt="2026-10-01T09:29:32.676" v="5144"/>
          <ac:spMkLst>
            <pc:docMk/>
            <pc:sldMk cId="2582711938" sldId="271"/>
            <ac:spMk id="44" creationId="{CAB10CDF-B100-7135-A9B6-23801C040006}"/>
          </ac:spMkLst>
        </pc:spChg>
        <pc:spChg chg="mod">
          <ac:chgData name="강창범" userId="6a7447b3-2e50-499e-b487-9c847021f407" providerId="ADAL" clId="{0F6DE7C8-21E1-4685-BBC5-313C75EB2FBA}" dt="2026-10-01T09:29:32.676" v="5144"/>
          <ac:spMkLst>
            <pc:docMk/>
            <pc:sldMk cId="2582711938" sldId="271"/>
            <ac:spMk id="50" creationId="{71B10B0B-A2FE-15E6-5451-C8E90B136A03}"/>
          </ac:spMkLst>
        </pc:spChg>
        <pc:spChg chg="mod">
          <ac:chgData name="강창범" userId="6a7447b3-2e50-499e-b487-9c847021f407" providerId="ADAL" clId="{0F6DE7C8-21E1-4685-BBC5-313C75EB2FBA}" dt="2026-10-01T09:29:32.676" v="5144"/>
          <ac:spMkLst>
            <pc:docMk/>
            <pc:sldMk cId="2582711938" sldId="271"/>
            <ac:spMk id="52" creationId="{20FD025C-BA5B-C813-2549-326B31FE90E0}"/>
          </ac:spMkLst>
        </pc:spChg>
        <pc:spChg chg="mod">
          <ac:chgData name="강창범" userId="6a7447b3-2e50-499e-b487-9c847021f407" providerId="ADAL" clId="{0F6DE7C8-21E1-4685-BBC5-313C75EB2FBA}" dt="2026-10-01T09:29:55.026" v="5148"/>
          <ac:spMkLst>
            <pc:docMk/>
            <pc:sldMk cId="2582711938" sldId="271"/>
            <ac:spMk id="56" creationId="{06E72DA3-BA87-711C-7243-E3A5F6B3032A}"/>
          </ac:spMkLst>
        </pc:spChg>
        <pc:spChg chg="mod">
          <ac:chgData name="강창범" userId="6a7447b3-2e50-499e-b487-9c847021f407" providerId="ADAL" clId="{0F6DE7C8-21E1-4685-BBC5-313C75EB2FBA}" dt="2026-10-01T09:29:55.026" v="5148"/>
          <ac:spMkLst>
            <pc:docMk/>
            <pc:sldMk cId="2582711938" sldId="271"/>
            <ac:spMk id="57" creationId="{2EEB1D46-77E9-EA89-5353-229CEA2C1D44}"/>
          </ac:spMkLst>
        </pc:spChg>
        <pc:spChg chg="mod">
          <ac:chgData name="강창범" userId="6a7447b3-2e50-499e-b487-9c847021f407" providerId="ADAL" clId="{0F6DE7C8-21E1-4685-BBC5-313C75EB2FBA}" dt="2026-10-01T09:29:55.026" v="5148"/>
          <ac:spMkLst>
            <pc:docMk/>
            <pc:sldMk cId="2582711938" sldId="271"/>
            <ac:spMk id="58" creationId="{6C818D8D-B1D8-B229-8942-B08C21F4588E}"/>
          </ac:spMkLst>
        </pc:spChg>
        <pc:spChg chg="mod">
          <ac:chgData name="강창범" userId="6a7447b3-2e50-499e-b487-9c847021f407" providerId="ADAL" clId="{0F6DE7C8-21E1-4685-BBC5-313C75EB2FBA}" dt="2026-10-01T09:29:55.026" v="5148"/>
          <ac:spMkLst>
            <pc:docMk/>
            <pc:sldMk cId="2582711938" sldId="271"/>
            <ac:spMk id="59" creationId="{E14A833A-0D31-1C6D-31E2-017A9A7FBF86}"/>
          </ac:spMkLst>
        </pc:spChg>
        <pc:spChg chg="mod">
          <ac:chgData name="강창범" userId="6a7447b3-2e50-499e-b487-9c847021f407" providerId="ADAL" clId="{0F6DE7C8-21E1-4685-BBC5-313C75EB2FBA}" dt="2026-10-01T09:29:55.026" v="5148"/>
          <ac:spMkLst>
            <pc:docMk/>
            <pc:sldMk cId="2582711938" sldId="271"/>
            <ac:spMk id="60" creationId="{19AE1528-9CA0-FA62-2754-D8F7B2E199DF}"/>
          </ac:spMkLst>
        </pc:spChg>
        <pc:spChg chg="mod">
          <ac:chgData name="강창범" userId="6a7447b3-2e50-499e-b487-9c847021f407" providerId="ADAL" clId="{0F6DE7C8-21E1-4685-BBC5-313C75EB2FBA}" dt="2026-10-01T09:29:55.026" v="5148"/>
          <ac:spMkLst>
            <pc:docMk/>
            <pc:sldMk cId="2582711938" sldId="271"/>
            <ac:spMk id="66" creationId="{35028DA4-0204-D733-B729-17639C12AE35}"/>
          </ac:spMkLst>
        </pc:spChg>
        <pc:spChg chg="mod">
          <ac:chgData name="강창범" userId="6a7447b3-2e50-499e-b487-9c847021f407" providerId="ADAL" clId="{0F6DE7C8-21E1-4685-BBC5-313C75EB2FBA}" dt="2026-10-01T09:29:55.026" v="5148"/>
          <ac:spMkLst>
            <pc:docMk/>
            <pc:sldMk cId="2582711938" sldId="271"/>
            <ac:spMk id="68" creationId="{DCE065DA-4A12-74F4-FBEC-FF4780784392}"/>
          </ac:spMkLst>
        </pc:spChg>
        <pc:spChg chg="add del mod">
          <ac:chgData name="강창범" userId="6a7447b3-2e50-499e-b487-9c847021f407" providerId="ADAL" clId="{0F6DE7C8-21E1-4685-BBC5-313C75EB2FBA}" dt="2026-10-01T10:17:02.290" v="5164"/>
          <ac:spMkLst>
            <pc:docMk/>
            <pc:sldMk cId="2582711938" sldId="271"/>
            <ac:spMk id="69" creationId="{0EB8A295-0124-82F5-29F9-F9071D0AD4E6}"/>
          </ac:spMkLst>
        </pc:spChg>
        <pc:grpChg chg="add del mod">
          <ac:chgData name="강창범" userId="6a7447b3-2e50-499e-b487-9c847021f407" providerId="ADAL" clId="{0F6DE7C8-21E1-4685-BBC5-313C75EB2FBA}" dt="2026-10-01T09:25:47.759" v="5127" actId="478"/>
          <ac:grpSpMkLst>
            <pc:docMk/>
            <pc:sldMk cId="2582711938" sldId="271"/>
            <ac:grpSpMk id="6" creationId="{F873CAA2-AC21-E60C-351A-CFCE2F86D38A}"/>
          </ac:grpSpMkLst>
        </pc:grpChg>
        <pc:grpChg chg="add del mod">
          <ac:chgData name="강창범" userId="6a7447b3-2e50-499e-b487-9c847021f407" providerId="ADAL" clId="{0F6DE7C8-21E1-4685-BBC5-313C75EB2FBA}" dt="2026-10-01T09:29:32.418" v="5143" actId="478"/>
          <ac:grpSpMkLst>
            <pc:docMk/>
            <pc:sldMk cId="2582711938" sldId="271"/>
            <ac:grpSpMk id="25" creationId="{AA98A126-88F0-C2BC-FD3B-2FC330B9DE55}"/>
          </ac:grpSpMkLst>
        </pc:grpChg>
        <pc:grpChg chg="add del mod">
          <ac:chgData name="강창범" userId="6a7447b3-2e50-499e-b487-9c847021f407" providerId="ADAL" clId="{0F6DE7C8-21E1-4685-BBC5-313C75EB2FBA}" dt="2026-10-01T09:29:54.843" v="5147" actId="478"/>
          <ac:grpSpMkLst>
            <pc:docMk/>
            <pc:sldMk cId="2582711938" sldId="271"/>
            <ac:grpSpMk id="39" creationId="{ED1DDF5C-8637-7BFB-DF61-68FB627A8528}"/>
          </ac:grpSpMkLst>
        </pc:grpChg>
        <pc:grpChg chg="add mod">
          <ac:chgData name="강창범" userId="6a7447b3-2e50-499e-b487-9c847021f407" providerId="ADAL" clId="{0F6DE7C8-21E1-4685-BBC5-313C75EB2FBA}" dt="2026-10-01T09:29:55.026" v="5148"/>
          <ac:grpSpMkLst>
            <pc:docMk/>
            <pc:sldMk cId="2582711938" sldId="271"/>
            <ac:grpSpMk id="53" creationId="{02C8686C-BAE6-06BE-BD53-90D09DDA4C6A}"/>
          </ac:grpSpMkLst>
        </pc:grpChg>
        <pc:grpChg chg="mod">
          <ac:chgData name="강창범" userId="6a7447b3-2e50-499e-b487-9c847021f407" providerId="ADAL" clId="{0F6DE7C8-21E1-4685-BBC5-313C75EB2FBA}" dt="2026-10-01T09:29:55.026" v="5148"/>
          <ac:grpSpMkLst>
            <pc:docMk/>
            <pc:sldMk cId="2582711938" sldId="271"/>
            <ac:grpSpMk id="54" creationId="{B6AEF2BB-8945-9763-995A-109682BDDD16}"/>
          </ac:grpSpMkLst>
        </pc:grpChg>
        <pc:graphicFrameChg chg="del">
          <ac:chgData name="강창범" userId="6a7447b3-2e50-499e-b487-9c847021f407" providerId="ADAL" clId="{0F6DE7C8-21E1-4685-BBC5-313C75EB2FBA}" dt="2026-10-01T08:52:52.945" v="4378" actId="478"/>
          <ac:graphicFrameMkLst>
            <pc:docMk/>
            <pc:sldMk cId="2582711938" sldId="271"/>
            <ac:graphicFrameMk id="4" creationId="{A1B44433-A8FF-C5F9-5BD8-C868E079DF43}"/>
          </ac:graphicFrameMkLst>
        </pc:graphicFrameChg>
        <pc:graphicFrameChg chg="add mod">
          <ac:chgData name="강창범" userId="6a7447b3-2e50-499e-b487-9c847021f407" providerId="ADAL" clId="{0F6DE7C8-21E1-4685-BBC5-313C75EB2FBA}" dt="2026-10-01T08:53:43.122" v="4387"/>
          <ac:graphicFrameMkLst>
            <pc:docMk/>
            <pc:sldMk cId="2582711938" sldId="271"/>
            <ac:graphicFrameMk id="5" creationId="{3B4224D7-04F5-D1EA-962A-44206A1047A2}"/>
          </ac:graphicFrameMkLst>
        </pc:graphicFrameChg>
        <pc:cxnChg chg="mod">
          <ac:chgData name="강창범" userId="6a7447b3-2e50-499e-b487-9c847021f407" providerId="ADAL" clId="{0F6DE7C8-21E1-4685-BBC5-313C75EB2FBA}" dt="2026-10-01T09:25:47.759" v="5127" actId="478"/>
          <ac:cxnSpMkLst>
            <pc:docMk/>
            <pc:sldMk cId="2582711938" sldId="271"/>
            <ac:cxnSpMk id="15" creationId="{1A8265C4-73D1-4CA4-4499-847FA4558DB5}"/>
          </ac:cxnSpMkLst>
        </pc:cxnChg>
        <pc:cxnChg chg="mod">
          <ac:chgData name="강창범" userId="6a7447b3-2e50-499e-b487-9c847021f407" providerId="ADAL" clId="{0F6DE7C8-21E1-4685-BBC5-313C75EB2FBA}" dt="2026-10-01T09:25:47.759" v="5127" actId="478"/>
          <ac:cxnSpMkLst>
            <pc:docMk/>
            <pc:sldMk cId="2582711938" sldId="271"/>
            <ac:cxnSpMk id="16" creationId="{5B0B4570-5EDC-331D-7F78-F7F477A0A126}"/>
          </ac:cxnSpMkLst>
        </pc:cxnChg>
        <pc:cxnChg chg="mod">
          <ac:chgData name="강창범" userId="6a7447b3-2e50-499e-b487-9c847021f407" providerId="ADAL" clId="{0F6DE7C8-21E1-4685-BBC5-313C75EB2FBA}" dt="2026-10-01T09:25:47.759" v="5127" actId="478"/>
          <ac:cxnSpMkLst>
            <pc:docMk/>
            <pc:sldMk cId="2582711938" sldId="271"/>
            <ac:cxnSpMk id="17" creationId="{F9DAF6C0-8277-A05A-CDF5-1409F58BDACF}"/>
          </ac:cxnSpMkLst>
        </pc:cxnChg>
        <pc:cxnChg chg="mod">
          <ac:chgData name="강창범" userId="6a7447b3-2e50-499e-b487-9c847021f407" providerId="ADAL" clId="{0F6DE7C8-21E1-4685-BBC5-313C75EB2FBA}" dt="2026-10-01T09:25:47.759" v="5127" actId="478"/>
          <ac:cxnSpMkLst>
            <pc:docMk/>
            <pc:sldMk cId="2582711938" sldId="271"/>
            <ac:cxnSpMk id="18" creationId="{56370FBF-82A2-D590-A8AF-2EFAEA4561DB}"/>
          </ac:cxnSpMkLst>
        </pc:cxnChg>
        <pc:cxnChg chg="mod">
          <ac:chgData name="강창범" userId="6a7447b3-2e50-499e-b487-9c847021f407" providerId="ADAL" clId="{0F6DE7C8-21E1-4685-BBC5-313C75EB2FBA}" dt="2026-10-01T09:25:47.759" v="5127" actId="478"/>
          <ac:cxnSpMkLst>
            <pc:docMk/>
            <pc:sldMk cId="2582711938" sldId="271"/>
            <ac:cxnSpMk id="19" creationId="{46971C4C-8538-EC7B-EAB6-B50ED8F15F01}"/>
          </ac:cxnSpMkLst>
        </pc:cxnChg>
        <pc:cxnChg chg="mod">
          <ac:chgData name="강창범" userId="6a7447b3-2e50-499e-b487-9c847021f407" providerId="ADAL" clId="{0F6DE7C8-21E1-4685-BBC5-313C75EB2FBA}" dt="2026-10-01T09:25:47.759" v="5127" actId="478"/>
          <ac:cxnSpMkLst>
            <pc:docMk/>
            <pc:sldMk cId="2582711938" sldId="271"/>
            <ac:cxnSpMk id="20" creationId="{0B01AA4C-35C8-2552-E5DB-2CBD8BDF3C59}"/>
          </ac:cxnSpMkLst>
        </pc:cxnChg>
        <pc:cxnChg chg="mod">
          <ac:chgData name="강창범" userId="6a7447b3-2e50-499e-b487-9c847021f407" providerId="ADAL" clId="{0F6DE7C8-21E1-4685-BBC5-313C75EB2FBA}" dt="2026-10-01T09:25:47.759" v="5127" actId="478"/>
          <ac:cxnSpMkLst>
            <pc:docMk/>
            <pc:sldMk cId="2582711938" sldId="271"/>
            <ac:cxnSpMk id="22" creationId="{9FCC6F78-FEAF-F1AB-0C5F-0E3ABBB305CD}"/>
          </ac:cxnSpMkLst>
        </pc:cxnChg>
        <pc:cxnChg chg="mod">
          <ac:chgData name="강창범" userId="6a7447b3-2e50-499e-b487-9c847021f407" providerId="ADAL" clId="{0F6DE7C8-21E1-4685-BBC5-313C75EB2FBA}" dt="2026-10-01T09:25:47.759" v="5127" actId="478"/>
          <ac:cxnSpMkLst>
            <pc:docMk/>
            <pc:sldMk cId="2582711938" sldId="271"/>
            <ac:cxnSpMk id="24" creationId="{4FAFB0CA-5CAF-25AC-F421-5B09B94B4EF7}"/>
          </ac:cxnSpMkLst>
        </pc:cxnChg>
        <pc:cxnChg chg="mod">
          <ac:chgData name="강창범" userId="6a7447b3-2e50-499e-b487-9c847021f407" providerId="ADAL" clId="{0F6DE7C8-21E1-4685-BBC5-313C75EB2FBA}" dt="2026-10-01T09:29:32.418" v="5143" actId="478"/>
          <ac:cxnSpMkLst>
            <pc:docMk/>
            <pc:sldMk cId="2582711938" sldId="271"/>
            <ac:cxnSpMk id="31" creationId="{A6E2DF1C-57AF-F5CF-9CFF-FEE423BCA018}"/>
          </ac:cxnSpMkLst>
        </pc:cxnChg>
        <pc:cxnChg chg="mod">
          <ac:chgData name="강창범" userId="6a7447b3-2e50-499e-b487-9c847021f407" providerId="ADAL" clId="{0F6DE7C8-21E1-4685-BBC5-313C75EB2FBA}" dt="2026-10-01T09:29:32.418" v="5143" actId="478"/>
          <ac:cxnSpMkLst>
            <pc:docMk/>
            <pc:sldMk cId="2582711938" sldId="271"/>
            <ac:cxnSpMk id="32" creationId="{E05E1208-3012-5E34-FEF5-E0C9ACDDBED5}"/>
          </ac:cxnSpMkLst>
        </pc:cxnChg>
        <pc:cxnChg chg="mod">
          <ac:chgData name="강창범" userId="6a7447b3-2e50-499e-b487-9c847021f407" providerId="ADAL" clId="{0F6DE7C8-21E1-4685-BBC5-313C75EB2FBA}" dt="2026-10-01T09:29:32.418" v="5143" actId="478"/>
          <ac:cxnSpMkLst>
            <pc:docMk/>
            <pc:sldMk cId="2582711938" sldId="271"/>
            <ac:cxnSpMk id="33" creationId="{2189DFCA-6DFE-AC77-7B18-0B7718DCAAE2}"/>
          </ac:cxnSpMkLst>
        </pc:cxnChg>
        <pc:cxnChg chg="mod">
          <ac:chgData name="강창범" userId="6a7447b3-2e50-499e-b487-9c847021f407" providerId="ADAL" clId="{0F6DE7C8-21E1-4685-BBC5-313C75EB2FBA}" dt="2026-10-01T09:29:32.418" v="5143" actId="478"/>
          <ac:cxnSpMkLst>
            <pc:docMk/>
            <pc:sldMk cId="2582711938" sldId="271"/>
            <ac:cxnSpMk id="34" creationId="{4549EE45-5554-0819-A2D8-C213FCE87FCC}"/>
          </ac:cxnSpMkLst>
        </pc:cxnChg>
        <pc:cxnChg chg="mod">
          <ac:chgData name="강창범" userId="6a7447b3-2e50-499e-b487-9c847021f407" providerId="ADAL" clId="{0F6DE7C8-21E1-4685-BBC5-313C75EB2FBA}" dt="2026-10-01T09:29:32.418" v="5143" actId="478"/>
          <ac:cxnSpMkLst>
            <pc:docMk/>
            <pc:sldMk cId="2582711938" sldId="271"/>
            <ac:cxnSpMk id="35" creationId="{78784FB5-C2DD-21E0-3793-205F68CD42BB}"/>
          </ac:cxnSpMkLst>
        </pc:cxnChg>
        <pc:cxnChg chg="mod">
          <ac:chgData name="강창범" userId="6a7447b3-2e50-499e-b487-9c847021f407" providerId="ADAL" clId="{0F6DE7C8-21E1-4685-BBC5-313C75EB2FBA}" dt="2026-10-01T09:29:32.418" v="5143" actId="478"/>
          <ac:cxnSpMkLst>
            <pc:docMk/>
            <pc:sldMk cId="2582711938" sldId="271"/>
            <ac:cxnSpMk id="37" creationId="{245D6892-BBCA-C814-F530-0CEFACEFFB77}"/>
          </ac:cxnSpMkLst>
        </pc:cxnChg>
        <pc:cxnChg chg="mod">
          <ac:chgData name="강창범" userId="6a7447b3-2e50-499e-b487-9c847021f407" providerId="ADAL" clId="{0F6DE7C8-21E1-4685-BBC5-313C75EB2FBA}" dt="2026-10-01T09:29:54.843" v="5147" actId="478"/>
          <ac:cxnSpMkLst>
            <pc:docMk/>
            <pc:sldMk cId="2582711938" sldId="271"/>
            <ac:cxnSpMk id="45" creationId="{5CDB1867-2BE2-9EDF-4A5E-4A5C6A615153}"/>
          </ac:cxnSpMkLst>
        </pc:cxnChg>
        <pc:cxnChg chg="mod">
          <ac:chgData name="강창범" userId="6a7447b3-2e50-499e-b487-9c847021f407" providerId="ADAL" clId="{0F6DE7C8-21E1-4685-BBC5-313C75EB2FBA}" dt="2026-10-01T09:29:54.843" v="5147" actId="478"/>
          <ac:cxnSpMkLst>
            <pc:docMk/>
            <pc:sldMk cId="2582711938" sldId="271"/>
            <ac:cxnSpMk id="46" creationId="{2E77F70C-AD83-CAC6-5C99-66A7B6409D6B}"/>
          </ac:cxnSpMkLst>
        </pc:cxnChg>
        <pc:cxnChg chg="mod">
          <ac:chgData name="강창범" userId="6a7447b3-2e50-499e-b487-9c847021f407" providerId="ADAL" clId="{0F6DE7C8-21E1-4685-BBC5-313C75EB2FBA}" dt="2026-10-01T09:29:54.843" v="5147" actId="478"/>
          <ac:cxnSpMkLst>
            <pc:docMk/>
            <pc:sldMk cId="2582711938" sldId="271"/>
            <ac:cxnSpMk id="47" creationId="{25857A8F-0B07-B3A0-909E-2F17DE72A680}"/>
          </ac:cxnSpMkLst>
        </pc:cxnChg>
        <pc:cxnChg chg="mod">
          <ac:chgData name="강창범" userId="6a7447b3-2e50-499e-b487-9c847021f407" providerId="ADAL" clId="{0F6DE7C8-21E1-4685-BBC5-313C75EB2FBA}" dt="2026-10-01T09:29:54.843" v="5147" actId="478"/>
          <ac:cxnSpMkLst>
            <pc:docMk/>
            <pc:sldMk cId="2582711938" sldId="271"/>
            <ac:cxnSpMk id="48" creationId="{868F4D77-8D94-4DE3-6764-C3CAD1BEEA19}"/>
          </ac:cxnSpMkLst>
        </pc:cxnChg>
        <pc:cxnChg chg="mod">
          <ac:chgData name="강창범" userId="6a7447b3-2e50-499e-b487-9c847021f407" providerId="ADAL" clId="{0F6DE7C8-21E1-4685-BBC5-313C75EB2FBA}" dt="2026-10-01T09:29:54.843" v="5147" actId="478"/>
          <ac:cxnSpMkLst>
            <pc:docMk/>
            <pc:sldMk cId="2582711938" sldId="271"/>
            <ac:cxnSpMk id="49" creationId="{A226D4C3-BB55-374D-E387-8808CC59AA86}"/>
          </ac:cxnSpMkLst>
        </pc:cxnChg>
        <pc:cxnChg chg="mod">
          <ac:chgData name="강창범" userId="6a7447b3-2e50-499e-b487-9c847021f407" providerId="ADAL" clId="{0F6DE7C8-21E1-4685-BBC5-313C75EB2FBA}" dt="2026-10-01T09:29:54.843" v="5147" actId="478"/>
          <ac:cxnSpMkLst>
            <pc:docMk/>
            <pc:sldMk cId="2582711938" sldId="271"/>
            <ac:cxnSpMk id="51" creationId="{ED1B00F3-EEEA-6313-D61A-405F6B9253F9}"/>
          </ac:cxnSpMkLst>
        </pc:cxnChg>
        <pc:cxnChg chg="mod">
          <ac:chgData name="강창범" userId="6a7447b3-2e50-499e-b487-9c847021f407" providerId="ADAL" clId="{0F6DE7C8-21E1-4685-BBC5-313C75EB2FBA}" dt="2026-10-01T09:29:55.026" v="5148"/>
          <ac:cxnSpMkLst>
            <pc:docMk/>
            <pc:sldMk cId="2582711938" sldId="271"/>
            <ac:cxnSpMk id="61" creationId="{09C5813B-C249-F634-8FF6-B3F0CB602BB6}"/>
          </ac:cxnSpMkLst>
        </pc:cxnChg>
      </pc:sldChg>
      <pc:sldChg chg="addSp delSp modSp add del mod">
        <pc:chgData name="강창범" userId="6a7447b3-2e50-499e-b487-9c847021f407" providerId="ADAL" clId="{0F6DE7C8-21E1-4685-BBC5-313C75EB2FBA}" dt="2026-10-01T09:25:23.390" v="5122" actId="47"/>
        <pc:sldMkLst>
          <pc:docMk/>
          <pc:sldMk cId="2583164044" sldId="272"/>
        </pc:sldMkLst>
        <pc:spChg chg="del">
          <ac:chgData name="강창범" userId="6a7447b3-2e50-499e-b487-9c847021f407" providerId="ADAL" clId="{0F6DE7C8-21E1-4685-BBC5-313C75EB2FBA}" dt="2026-10-01T08:53:49.607" v="4389" actId="478"/>
          <ac:spMkLst>
            <pc:docMk/>
            <pc:sldMk cId="2583164044" sldId="272"/>
            <ac:spMk id="3" creationId="{F60F022A-BD2D-7D59-F8E0-22DAA433D474}"/>
          </ac:spMkLst>
        </pc:spChg>
        <pc:spChg chg="add mod">
          <ac:chgData name="강창범" userId="6a7447b3-2e50-499e-b487-9c847021f407" providerId="ADAL" clId="{0F6DE7C8-21E1-4685-BBC5-313C75EB2FBA}" dt="2026-10-01T09:18:12.689" v="5092" actId="1076"/>
          <ac:spMkLst>
            <pc:docMk/>
            <pc:sldMk cId="2583164044" sldId="272"/>
            <ac:spMk id="5" creationId="{ADCED0CC-A41B-E5B2-B931-2D5305229BB5}"/>
          </ac:spMkLst>
        </pc:spChg>
        <pc:spChg chg="mod">
          <ac:chgData name="강창범" userId="6a7447b3-2e50-499e-b487-9c847021f407" providerId="ADAL" clId="{0F6DE7C8-21E1-4685-BBC5-313C75EB2FBA}" dt="2026-10-01T09:18:13.756" v="5093"/>
          <ac:spMkLst>
            <pc:docMk/>
            <pc:sldMk cId="2583164044" sldId="272"/>
            <ac:spMk id="7" creationId="{19235EE3-7A09-8458-B81A-C7EF8579F38B}"/>
          </ac:spMkLst>
        </pc:spChg>
        <pc:spChg chg="mod">
          <ac:chgData name="강창범" userId="6a7447b3-2e50-499e-b487-9c847021f407" providerId="ADAL" clId="{0F6DE7C8-21E1-4685-BBC5-313C75EB2FBA}" dt="2026-10-01T09:18:13.756" v="5093"/>
          <ac:spMkLst>
            <pc:docMk/>
            <pc:sldMk cId="2583164044" sldId="272"/>
            <ac:spMk id="8" creationId="{990BE2B2-E199-8B8D-3D46-61F6EBEDDF0F}"/>
          </ac:spMkLst>
        </pc:spChg>
        <pc:spChg chg="mod">
          <ac:chgData name="강창범" userId="6a7447b3-2e50-499e-b487-9c847021f407" providerId="ADAL" clId="{0F6DE7C8-21E1-4685-BBC5-313C75EB2FBA}" dt="2026-10-01T09:07:29.665" v="4801" actId="20577"/>
          <ac:spMkLst>
            <pc:docMk/>
            <pc:sldMk cId="2583164044" sldId="272"/>
            <ac:spMk id="9" creationId="{4E26580B-1D26-8E25-4A16-623B3B2C2491}"/>
          </ac:spMkLst>
        </pc:spChg>
        <pc:spChg chg="mod">
          <ac:chgData name="강창범" userId="6a7447b3-2e50-499e-b487-9c847021f407" providerId="ADAL" clId="{0F6DE7C8-21E1-4685-BBC5-313C75EB2FBA}" dt="2026-10-01T09:18:13.756" v="5093"/>
          <ac:spMkLst>
            <pc:docMk/>
            <pc:sldMk cId="2583164044" sldId="272"/>
            <ac:spMk id="10" creationId="{6F28C710-16FE-4038-0F5E-600849F2E0D9}"/>
          </ac:spMkLst>
        </pc:spChg>
        <pc:spChg chg="mod">
          <ac:chgData name="강창범" userId="6a7447b3-2e50-499e-b487-9c847021f407" providerId="ADAL" clId="{0F6DE7C8-21E1-4685-BBC5-313C75EB2FBA}" dt="2026-10-01T09:18:13.756" v="5093"/>
          <ac:spMkLst>
            <pc:docMk/>
            <pc:sldMk cId="2583164044" sldId="272"/>
            <ac:spMk id="11" creationId="{CB582AF1-00C5-D092-493A-01DBF263073A}"/>
          </ac:spMkLst>
        </pc:spChg>
        <pc:spChg chg="mod">
          <ac:chgData name="강창범" userId="6a7447b3-2e50-499e-b487-9c847021f407" providerId="ADAL" clId="{0F6DE7C8-21E1-4685-BBC5-313C75EB2FBA}" dt="2026-10-01T09:18:13.756" v="5093"/>
          <ac:spMkLst>
            <pc:docMk/>
            <pc:sldMk cId="2583164044" sldId="272"/>
            <ac:spMk id="12" creationId="{195A6252-E6D6-0725-E67E-4199317F72B5}"/>
          </ac:spMkLst>
        </pc:spChg>
        <pc:spChg chg="mod">
          <ac:chgData name="강창범" userId="6a7447b3-2e50-499e-b487-9c847021f407" providerId="ADAL" clId="{0F6DE7C8-21E1-4685-BBC5-313C75EB2FBA}" dt="2026-10-01T09:18:13.756" v="5093"/>
          <ac:spMkLst>
            <pc:docMk/>
            <pc:sldMk cId="2583164044" sldId="272"/>
            <ac:spMk id="13" creationId="{46C55293-CD4C-C774-C0DD-3468766A3B2F}"/>
          </ac:spMkLst>
        </pc:spChg>
        <pc:spChg chg="mod">
          <ac:chgData name="강창범" userId="6a7447b3-2e50-499e-b487-9c847021f407" providerId="ADAL" clId="{0F6DE7C8-21E1-4685-BBC5-313C75EB2FBA}" dt="2026-10-01T09:18:13.756" v="5093"/>
          <ac:spMkLst>
            <pc:docMk/>
            <pc:sldMk cId="2583164044" sldId="272"/>
            <ac:spMk id="14" creationId="{06C67ADF-6322-0D74-D3E8-91DC33EE62F1}"/>
          </ac:spMkLst>
        </pc:spChg>
        <pc:spChg chg="mod">
          <ac:chgData name="강창범" userId="6a7447b3-2e50-499e-b487-9c847021f407" providerId="ADAL" clId="{0F6DE7C8-21E1-4685-BBC5-313C75EB2FBA}" dt="2026-10-01T09:18:13.756" v="5093"/>
          <ac:spMkLst>
            <pc:docMk/>
            <pc:sldMk cId="2583164044" sldId="272"/>
            <ac:spMk id="21" creationId="{4842355C-21D2-333E-40FC-AF0FBF35D8FF}"/>
          </ac:spMkLst>
        </pc:spChg>
        <pc:spChg chg="mod">
          <ac:chgData name="강창범" userId="6a7447b3-2e50-499e-b487-9c847021f407" providerId="ADAL" clId="{0F6DE7C8-21E1-4685-BBC5-313C75EB2FBA}" dt="2026-10-01T09:18:13.756" v="5093"/>
          <ac:spMkLst>
            <pc:docMk/>
            <pc:sldMk cId="2583164044" sldId="272"/>
            <ac:spMk id="23" creationId="{3A1CE6AB-2044-7E13-D142-ED092AACC2C9}"/>
          </ac:spMkLst>
        </pc:spChg>
        <pc:grpChg chg="add mod">
          <ac:chgData name="강창범" userId="6a7447b3-2e50-499e-b487-9c847021f407" providerId="ADAL" clId="{0F6DE7C8-21E1-4685-BBC5-313C75EB2FBA}" dt="2026-10-01T09:18:13.756" v="5093"/>
          <ac:grpSpMkLst>
            <pc:docMk/>
            <pc:sldMk cId="2583164044" sldId="272"/>
            <ac:grpSpMk id="6" creationId="{F741C7C6-FC4A-0976-CAAB-D0775E79EBAD}"/>
          </ac:grpSpMkLst>
        </pc:grpChg>
        <pc:graphicFrameChg chg="add mod modGraphic">
          <ac:chgData name="강창범" userId="6a7447b3-2e50-499e-b487-9c847021f407" providerId="ADAL" clId="{0F6DE7C8-21E1-4685-BBC5-313C75EB2FBA}" dt="2026-10-01T09:18:10.082" v="5091" actId="1076"/>
          <ac:graphicFrameMkLst>
            <pc:docMk/>
            <pc:sldMk cId="2583164044" sldId="272"/>
            <ac:graphicFrameMk id="2" creationId="{11190322-7920-87B9-4AB1-5E37F7BB10B7}"/>
          </ac:graphicFrameMkLst>
        </pc:graphicFrameChg>
        <pc:graphicFrameChg chg="add del mod modGraphic">
          <ac:chgData name="강창범" userId="6a7447b3-2e50-499e-b487-9c847021f407" providerId="ADAL" clId="{0F6DE7C8-21E1-4685-BBC5-313C75EB2FBA}" dt="2026-10-01T08:59:12.235" v="4715" actId="478"/>
          <ac:graphicFrameMkLst>
            <pc:docMk/>
            <pc:sldMk cId="2583164044" sldId="272"/>
            <ac:graphicFrameMk id="4" creationId="{D7677B99-D0FA-358A-70AA-C6DE1B919B8F}"/>
          </ac:graphicFrameMkLst>
        </pc:graphicFrameChg>
      </pc:sldChg>
      <pc:sldChg chg="addSp delSp modSp add mod">
        <pc:chgData name="강창범" userId="6a7447b3-2e50-499e-b487-9c847021f407" providerId="ADAL" clId="{0F6DE7C8-21E1-4685-BBC5-313C75EB2FBA}" dt="2026-10-02T04:02:27.705" v="5414" actId="478"/>
        <pc:sldMkLst>
          <pc:docMk/>
          <pc:sldMk cId="3164457103" sldId="273"/>
        </pc:sldMkLst>
        <pc:spChg chg="mod">
          <ac:chgData name="강창범" userId="6a7447b3-2e50-499e-b487-9c847021f407" providerId="ADAL" clId="{0F6DE7C8-21E1-4685-BBC5-313C75EB2FBA}" dt="2026-10-01T09:18:22.488" v="5096" actId="1076"/>
          <ac:spMkLst>
            <pc:docMk/>
            <pc:sldMk cId="3164457103" sldId="273"/>
            <ac:spMk id="5" creationId="{3A8DBB0E-DC04-F510-EB05-2781652DC88C}"/>
          </ac:spMkLst>
        </pc:spChg>
        <pc:spChg chg="mod">
          <ac:chgData name="강창범" userId="6a7447b3-2e50-499e-b487-9c847021f407" providerId="ADAL" clId="{0F6DE7C8-21E1-4685-BBC5-313C75EB2FBA}" dt="2026-10-01T09:18:23.461" v="5097"/>
          <ac:spMkLst>
            <pc:docMk/>
            <pc:sldMk cId="3164457103" sldId="273"/>
            <ac:spMk id="6" creationId="{1DB81830-0719-B826-2C03-B570ED8359EC}"/>
          </ac:spMkLst>
        </pc:spChg>
        <pc:spChg chg="mod">
          <ac:chgData name="강창범" userId="6a7447b3-2e50-499e-b487-9c847021f407" providerId="ADAL" clId="{0F6DE7C8-21E1-4685-BBC5-313C75EB2FBA}" dt="2026-10-01T09:18:23.461" v="5097"/>
          <ac:spMkLst>
            <pc:docMk/>
            <pc:sldMk cId="3164457103" sldId="273"/>
            <ac:spMk id="7" creationId="{E7046058-5D5A-C3F8-CD48-A64EF2ECC163}"/>
          </ac:spMkLst>
        </pc:spChg>
        <pc:spChg chg="mod">
          <ac:chgData name="강창범" userId="6a7447b3-2e50-499e-b487-9c847021f407" providerId="ADAL" clId="{0F6DE7C8-21E1-4685-BBC5-313C75EB2FBA}" dt="2026-10-01T09:18:23.461" v="5097"/>
          <ac:spMkLst>
            <pc:docMk/>
            <pc:sldMk cId="3164457103" sldId="273"/>
            <ac:spMk id="8" creationId="{0AA526F6-B0BE-26AF-E0DD-445B1E88C030}"/>
          </ac:spMkLst>
        </pc:spChg>
        <pc:spChg chg="mod">
          <ac:chgData name="강창범" userId="6a7447b3-2e50-499e-b487-9c847021f407" providerId="ADAL" clId="{0F6DE7C8-21E1-4685-BBC5-313C75EB2FBA}" dt="2026-10-01T09:07:27.762" v="4800" actId="20577"/>
          <ac:spMkLst>
            <pc:docMk/>
            <pc:sldMk cId="3164457103" sldId="273"/>
            <ac:spMk id="9" creationId="{7F014FAE-9909-6A66-82D9-068F3F73E21F}"/>
          </ac:spMkLst>
        </pc:spChg>
        <pc:spChg chg="mod">
          <ac:chgData name="강창범" userId="6a7447b3-2e50-499e-b487-9c847021f407" providerId="ADAL" clId="{0F6DE7C8-21E1-4685-BBC5-313C75EB2FBA}" dt="2026-10-01T09:18:23.461" v="5097"/>
          <ac:spMkLst>
            <pc:docMk/>
            <pc:sldMk cId="3164457103" sldId="273"/>
            <ac:spMk id="10" creationId="{363A3509-5777-C475-962F-BD91D64BCF4E}"/>
          </ac:spMkLst>
        </pc:spChg>
        <pc:spChg chg="mod">
          <ac:chgData name="강창범" userId="6a7447b3-2e50-499e-b487-9c847021f407" providerId="ADAL" clId="{0F6DE7C8-21E1-4685-BBC5-313C75EB2FBA}" dt="2026-10-01T09:18:23.461" v="5097"/>
          <ac:spMkLst>
            <pc:docMk/>
            <pc:sldMk cId="3164457103" sldId="273"/>
            <ac:spMk id="11" creationId="{8BC95CCA-54AD-8C7F-B1AD-9445BABBB265}"/>
          </ac:spMkLst>
        </pc:spChg>
        <pc:spChg chg="mod">
          <ac:chgData name="강창범" userId="6a7447b3-2e50-499e-b487-9c847021f407" providerId="ADAL" clId="{0F6DE7C8-21E1-4685-BBC5-313C75EB2FBA}" dt="2026-10-01T09:18:23.461" v="5097"/>
          <ac:spMkLst>
            <pc:docMk/>
            <pc:sldMk cId="3164457103" sldId="273"/>
            <ac:spMk id="12" creationId="{A0F76C3A-0DB6-EDD7-3A2B-8006A05E26FF}"/>
          </ac:spMkLst>
        </pc:spChg>
        <pc:spChg chg="mod">
          <ac:chgData name="강창범" userId="6a7447b3-2e50-499e-b487-9c847021f407" providerId="ADAL" clId="{0F6DE7C8-21E1-4685-BBC5-313C75EB2FBA}" dt="2026-10-01T09:18:23.461" v="5097"/>
          <ac:spMkLst>
            <pc:docMk/>
            <pc:sldMk cId="3164457103" sldId="273"/>
            <ac:spMk id="13" creationId="{F0DB6E59-D628-27CB-DB3B-27BC48A135AA}"/>
          </ac:spMkLst>
        </pc:spChg>
        <pc:spChg chg="mod">
          <ac:chgData name="강창범" userId="6a7447b3-2e50-499e-b487-9c847021f407" providerId="ADAL" clId="{0F6DE7C8-21E1-4685-BBC5-313C75EB2FBA}" dt="2026-10-01T09:18:23.461" v="5097"/>
          <ac:spMkLst>
            <pc:docMk/>
            <pc:sldMk cId="3164457103" sldId="273"/>
            <ac:spMk id="20" creationId="{C70E4F0E-9600-F2D5-E4CF-979A0E4F82F2}"/>
          </ac:spMkLst>
        </pc:spChg>
        <pc:spChg chg="mod">
          <ac:chgData name="강창범" userId="6a7447b3-2e50-499e-b487-9c847021f407" providerId="ADAL" clId="{0F6DE7C8-21E1-4685-BBC5-313C75EB2FBA}" dt="2026-10-01T09:18:23.461" v="5097"/>
          <ac:spMkLst>
            <pc:docMk/>
            <pc:sldMk cId="3164457103" sldId="273"/>
            <ac:spMk id="22" creationId="{7E780707-47AB-7C0B-4FB1-1B4F3DDB4DFD}"/>
          </ac:spMkLst>
        </pc:spChg>
        <pc:spChg chg="mod">
          <ac:chgData name="강창범" userId="6a7447b3-2e50-499e-b487-9c847021f407" providerId="ADAL" clId="{0F6DE7C8-21E1-4685-BBC5-313C75EB2FBA}" dt="2026-10-01T09:25:57.047" v="5132"/>
          <ac:spMkLst>
            <pc:docMk/>
            <pc:sldMk cId="3164457103" sldId="273"/>
            <ac:spMk id="25" creationId="{170F216A-7AEF-44EE-32A1-C1871680C279}"/>
          </ac:spMkLst>
        </pc:spChg>
        <pc:spChg chg="mod">
          <ac:chgData name="강창범" userId="6a7447b3-2e50-499e-b487-9c847021f407" providerId="ADAL" clId="{0F6DE7C8-21E1-4685-BBC5-313C75EB2FBA}" dt="2026-10-01T09:25:57.047" v="5132"/>
          <ac:spMkLst>
            <pc:docMk/>
            <pc:sldMk cId="3164457103" sldId="273"/>
            <ac:spMk id="26" creationId="{30D66BEA-18A8-6394-A7EC-84267AC66A92}"/>
          </ac:spMkLst>
        </pc:spChg>
        <pc:spChg chg="mod">
          <ac:chgData name="강창범" userId="6a7447b3-2e50-499e-b487-9c847021f407" providerId="ADAL" clId="{0F6DE7C8-21E1-4685-BBC5-313C75EB2FBA}" dt="2026-10-01T09:25:57.047" v="5132"/>
          <ac:spMkLst>
            <pc:docMk/>
            <pc:sldMk cId="3164457103" sldId="273"/>
            <ac:spMk id="27" creationId="{298CA60A-9D49-B0FC-0ED2-13B59AEBD17F}"/>
          </ac:spMkLst>
        </pc:spChg>
        <pc:spChg chg="mod">
          <ac:chgData name="강창범" userId="6a7447b3-2e50-499e-b487-9c847021f407" providerId="ADAL" clId="{0F6DE7C8-21E1-4685-BBC5-313C75EB2FBA}" dt="2026-10-01T09:25:57.047" v="5132"/>
          <ac:spMkLst>
            <pc:docMk/>
            <pc:sldMk cId="3164457103" sldId="273"/>
            <ac:spMk id="28" creationId="{1C4DC6A8-0E5B-1DCC-4877-E829F394956F}"/>
          </ac:spMkLst>
        </pc:spChg>
        <pc:spChg chg="mod">
          <ac:chgData name="강창범" userId="6a7447b3-2e50-499e-b487-9c847021f407" providerId="ADAL" clId="{0F6DE7C8-21E1-4685-BBC5-313C75EB2FBA}" dt="2026-10-01T09:25:57.047" v="5132"/>
          <ac:spMkLst>
            <pc:docMk/>
            <pc:sldMk cId="3164457103" sldId="273"/>
            <ac:spMk id="29" creationId="{F610192B-D4CF-C920-2858-6C545D599C44}"/>
          </ac:spMkLst>
        </pc:spChg>
        <pc:spChg chg="mod">
          <ac:chgData name="강창범" userId="6a7447b3-2e50-499e-b487-9c847021f407" providerId="ADAL" clId="{0F6DE7C8-21E1-4685-BBC5-313C75EB2FBA}" dt="2026-10-01T09:25:57.047" v="5132"/>
          <ac:spMkLst>
            <pc:docMk/>
            <pc:sldMk cId="3164457103" sldId="273"/>
            <ac:spMk id="35" creationId="{C00C3331-1D4C-375B-F38A-710FBB2A1305}"/>
          </ac:spMkLst>
        </pc:spChg>
        <pc:spChg chg="mod">
          <ac:chgData name="강창범" userId="6a7447b3-2e50-499e-b487-9c847021f407" providerId="ADAL" clId="{0F6DE7C8-21E1-4685-BBC5-313C75EB2FBA}" dt="2026-10-01T09:25:57.047" v="5132"/>
          <ac:spMkLst>
            <pc:docMk/>
            <pc:sldMk cId="3164457103" sldId="273"/>
            <ac:spMk id="37" creationId="{E252C618-9B58-8034-20C4-7A367E17E272}"/>
          </ac:spMkLst>
        </pc:spChg>
        <pc:spChg chg="mod">
          <ac:chgData name="강창범" userId="6a7447b3-2e50-499e-b487-9c847021f407" providerId="ADAL" clId="{0F6DE7C8-21E1-4685-BBC5-313C75EB2FBA}" dt="2026-10-01T09:30:14.569" v="5159"/>
          <ac:spMkLst>
            <pc:docMk/>
            <pc:sldMk cId="3164457103" sldId="273"/>
            <ac:spMk id="39" creationId="{170F216A-7AEF-44EE-32A1-C1871680C279}"/>
          </ac:spMkLst>
        </pc:spChg>
        <pc:spChg chg="mod">
          <ac:chgData name="강창범" userId="6a7447b3-2e50-499e-b487-9c847021f407" providerId="ADAL" clId="{0F6DE7C8-21E1-4685-BBC5-313C75EB2FBA}" dt="2026-10-01T09:30:14.569" v="5159"/>
          <ac:spMkLst>
            <pc:docMk/>
            <pc:sldMk cId="3164457103" sldId="273"/>
            <ac:spMk id="40" creationId="{30D66BEA-18A8-6394-A7EC-84267AC66A92}"/>
          </ac:spMkLst>
        </pc:spChg>
        <pc:spChg chg="mod">
          <ac:chgData name="강창범" userId="6a7447b3-2e50-499e-b487-9c847021f407" providerId="ADAL" clId="{0F6DE7C8-21E1-4685-BBC5-313C75EB2FBA}" dt="2026-10-01T09:30:14.569" v="5159"/>
          <ac:spMkLst>
            <pc:docMk/>
            <pc:sldMk cId="3164457103" sldId="273"/>
            <ac:spMk id="41" creationId="{298CA60A-9D49-B0FC-0ED2-13B59AEBD17F}"/>
          </ac:spMkLst>
        </pc:spChg>
        <pc:spChg chg="mod">
          <ac:chgData name="강창범" userId="6a7447b3-2e50-499e-b487-9c847021f407" providerId="ADAL" clId="{0F6DE7C8-21E1-4685-BBC5-313C75EB2FBA}" dt="2026-10-01T09:30:14.569" v="5159"/>
          <ac:spMkLst>
            <pc:docMk/>
            <pc:sldMk cId="3164457103" sldId="273"/>
            <ac:spMk id="42" creationId="{1C4DC6A8-0E5B-1DCC-4877-E829F394956F}"/>
          </ac:spMkLst>
        </pc:spChg>
        <pc:spChg chg="mod">
          <ac:chgData name="강창범" userId="6a7447b3-2e50-499e-b487-9c847021f407" providerId="ADAL" clId="{0F6DE7C8-21E1-4685-BBC5-313C75EB2FBA}" dt="2026-10-01T09:30:14.569" v="5159"/>
          <ac:spMkLst>
            <pc:docMk/>
            <pc:sldMk cId="3164457103" sldId="273"/>
            <ac:spMk id="43" creationId="{F610192B-D4CF-C920-2858-6C545D599C44}"/>
          </ac:spMkLst>
        </pc:spChg>
        <pc:spChg chg="mod">
          <ac:chgData name="강창범" userId="6a7447b3-2e50-499e-b487-9c847021f407" providerId="ADAL" clId="{0F6DE7C8-21E1-4685-BBC5-313C75EB2FBA}" dt="2026-10-01T09:30:14.569" v="5159"/>
          <ac:spMkLst>
            <pc:docMk/>
            <pc:sldMk cId="3164457103" sldId="273"/>
            <ac:spMk id="49" creationId="{C00C3331-1D4C-375B-F38A-710FBB2A1305}"/>
          </ac:spMkLst>
        </pc:spChg>
        <pc:spChg chg="mod">
          <ac:chgData name="강창범" userId="6a7447b3-2e50-499e-b487-9c847021f407" providerId="ADAL" clId="{0F6DE7C8-21E1-4685-BBC5-313C75EB2FBA}" dt="2026-10-01T09:30:14.569" v="5159"/>
          <ac:spMkLst>
            <pc:docMk/>
            <pc:sldMk cId="3164457103" sldId="273"/>
            <ac:spMk id="51" creationId="{E252C618-9B58-8034-20C4-7A367E17E272}"/>
          </ac:spMkLst>
        </pc:spChg>
        <pc:grpChg chg="add del mod">
          <ac:chgData name="강창범" userId="6a7447b3-2e50-499e-b487-9c847021f407" providerId="ADAL" clId="{0F6DE7C8-21E1-4685-BBC5-313C75EB2FBA}" dt="2026-10-01T09:25:56.878" v="5131" actId="478"/>
          <ac:grpSpMkLst>
            <pc:docMk/>
            <pc:sldMk cId="3164457103" sldId="273"/>
            <ac:grpSpMk id="3" creationId="{6CCCB189-0DD2-0EE5-3954-0F361F2713E3}"/>
          </ac:grpSpMkLst>
        </pc:grpChg>
        <pc:grpChg chg="add del mod">
          <ac:chgData name="강창범" userId="6a7447b3-2e50-499e-b487-9c847021f407" providerId="ADAL" clId="{0F6DE7C8-21E1-4685-BBC5-313C75EB2FBA}" dt="2026-10-01T09:30:14.210" v="5158" actId="21"/>
          <ac:grpSpMkLst>
            <pc:docMk/>
            <pc:sldMk cId="3164457103" sldId="273"/>
            <ac:grpSpMk id="24" creationId="{49A8A6F4-2010-5092-831C-2428A5E3787D}"/>
          </ac:grpSpMkLst>
        </pc:grpChg>
        <pc:grpChg chg="add mod">
          <ac:chgData name="강창범" userId="6a7447b3-2e50-499e-b487-9c847021f407" providerId="ADAL" clId="{0F6DE7C8-21E1-4685-BBC5-313C75EB2FBA}" dt="2026-10-01T09:30:14.569" v="5159"/>
          <ac:grpSpMkLst>
            <pc:docMk/>
            <pc:sldMk cId="3164457103" sldId="273"/>
            <ac:grpSpMk id="38" creationId="{49A8A6F4-2010-5092-831C-2428A5E3787D}"/>
          </ac:grpSpMkLst>
        </pc:grpChg>
        <pc:graphicFrameChg chg="add del mod">
          <ac:chgData name="강창범" userId="6a7447b3-2e50-499e-b487-9c847021f407" providerId="ADAL" clId="{0F6DE7C8-21E1-4685-BBC5-313C75EB2FBA}" dt="2026-10-02T04:02:27.705" v="5414" actId="478"/>
          <ac:graphicFrameMkLst>
            <pc:docMk/>
            <pc:sldMk cId="3164457103" sldId="273"/>
            <ac:graphicFrameMk id="2" creationId="{9BE5AB33-2E6B-CB1E-57C7-D587307FFD2C}"/>
          </ac:graphicFrameMkLst>
        </pc:graphicFrameChg>
        <pc:graphicFrameChg chg="del">
          <ac:chgData name="강창범" userId="6a7447b3-2e50-499e-b487-9c847021f407" providerId="ADAL" clId="{0F6DE7C8-21E1-4685-BBC5-313C75EB2FBA}" dt="2026-10-01T08:59:20.110" v="4717" actId="478"/>
          <ac:graphicFrameMkLst>
            <pc:docMk/>
            <pc:sldMk cId="3164457103" sldId="273"/>
            <ac:graphicFrameMk id="2" creationId="{A28DB4F4-2493-3108-D3C6-91194E2B388F}"/>
          </ac:graphicFrameMkLst>
        </pc:graphicFrameChg>
        <pc:graphicFrameChg chg="mod modGraphic">
          <ac:chgData name="강창범" userId="6a7447b3-2e50-499e-b487-9c847021f407" providerId="ADAL" clId="{0F6DE7C8-21E1-4685-BBC5-313C75EB2FBA}" dt="2026-10-01T09:18:20.174" v="5095" actId="14100"/>
          <ac:graphicFrameMkLst>
            <pc:docMk/>
            <pc:sldMk cId="3164457103" sldId="273"/>
            <ac:graphicFrameMk id="4" creationId="{3DA493B0-3853-3E7D-E24B-0BC0ED9AA747}"/>
          </ac:graphicFrameMkLst>
        </pc:graphicFrameChg>
        <pc:cxnChg chg="mod">
          <ac:chgData name="강창범" userId="6a7447b3-2e50-499e-b487-9c847021f407" providerId="ADAL" clId="{0F6DE7C8-21E1-4685-BBC5-313C75EB2FBA}" dt="2026-10-01T09:25:56.878" v="5131" actId="478"/>
          <ac:cxnSpMkLst>
            <pc:docMk/>
            <pc:sldMk cId="3164457103" sldId="273"/>
            <ac:cxnSpMk id="14" creationId="{137EA246-A5D7-8B61-427C-37D91F2DF4FD}"/>
          </ac:cxnSpMkLst>
        </pc:cxnChg>
        <pc:cxnChg chg="mod">
          <ac:chgData name="강창범" userId="6a7447b3-2e50-499e-b487-9c847021f407" providerId="ADAL" clId="{0F6DE7C8-21E1-4685-BBC5-313C75EB2FBA}" dt="2026-10-01T09:25:56.878" v="5131" actId="478"/>
          <ac:cxnSpMkLst>
            <pc:docMk/>
            <pc:sldMk cId="3164457103" sldId="273"/>
            <ac:cxnSpMk id="15" creationId="{06DF1591-572C-D171-4F91-A7BBF5EE51C9}"/>
          </ac:cxnSpMkLst>
        </pc:cxnChg>
        <pc:cxnChg chg="mod">
          <ac:chgData name="강창범" userId="6a7447b3-2e50-499e-b487-9c847021f407" providerId="ADAL" clId="{0F6DE7C8-21E1-4685-BBC5-313C75EB2FBA}" dt="2026-10-01T09:25:56.878" v="5131" actId="478"/>
          <ac:cxnSpMkLst>
            <pc:docMk/>
            <pc:sldMk cId="3164457103" sldId="273"/>
            <ac:cxnSpMk id="16" creationId="{FA944BB8-28AE-8E4F-50A0-EE501F09253F}"/>
          </ac:cxnSpMkLst>
        </pc:cxnChg>
        <pc:cxnChg chg="mod">
          <ac:chgData name="강창범" userId="6a7447b3-2e50-499e-b487-9c847021f407" providerId="ADAL" clId="{0F6DE7C8-21E1-4685-BBC5-313C75EB2FBA}" dt="2026-10-01T09:25:56.878" v="5131" actId="478"/>
          <ac:cxnSpMkLst>
            <pc:docMk/>
            <pc:sldMk cId="3164457103" sldId="273"/>
            <ac:cxnSpMk id="17" creationId="{6459CCFC-2AAC-391E-5913-08D5F214DF29}"/>
          </ac:cxnSpMkLst>
        </pc:cxnChg>
        <pc:cxnChg chg="mod">
          <ac:chgData name="강창범" userId="6a7447b3-2e50-499e-b487-9c847021f407" providerId="ADAL" clId="{0F6DE7C8-21E1-4685-BBC5-313C75EB2FBA}" dt="2026-10-01T09:25:56.878" v="5131" actId="478"/>
          <ac:cxnSpMkLst>
            <pc:docMk/>
            <pc:sldMk cId="3164457103" sldId="273"/>
            <ac:cxnSpMk id="18" creationId="{3AE1CA38-B04C-060F-D821-59B0581E487C}"/>
          </ac:cxnSpMkLst>
        </pc:cxnChg>
        <pc:cxnChg chg="mod">
          <ac:chgData name="강창범" userId="6a7447b3-2e50-499e-b487-9c847021f407" providerId="ADAL" clId="{0F6DE7C8-21E1-4685-BBC5-313C75EB2FBA}" dt="2026-10-01T09:25:56.878" v="5131" actId="478"/>
          <ac:cxnSpMkLst>
            <pc:docMk/>
            <pc:sldMk cId="3164457103" sldId="273"/>
            <ac:cxnSpMk id="19" creationId="{07CE3700-825F-0544-DC1C-7B572E01C0ED}"/>
          </ac:cxnSpMkLst>
        </pc:cxnChg>
        <pc:cxnChg chg="mod">
          <ac:chgData name="강창범" userId="6a7447b3-2e50-499e-b487-9c847021f407" providerId="ADAL" clId="{0F6DE7C8-21E1-4685-BBC5-313C75EB2FBA}" dt="2026-10-01T09:25:56.878" v="5131" actId="478"/>
          <ac:cxnSpMkLst>
            <pc:docMk/>
            <pc:sldMk cId="3164457103" sldId="273"/>
            <ac:cxnSpMk id="21" creationId="{4C9B2060-3F3C-6785-F9EE-0B641DBB8CF6}"/>
          </ac:cxnSpMkLst>
        </pc:cxnChg>
        <pc:cxnChg chg="mod">
          <ac:chgData name="강창범" userId="6a7447b3-2e50-499e-b487-9c847021f407" providerId="ADAL" clId="{0F6DE7C8-21E1-4685-BBC5-313C75EB2FBA}" dt="2026-10-01T09:25:56.878" v="5131" actId="478"/>
          <ac:cxnSpMkLst>
            <pc:docMk/>
            <pc:sldMk cId="3164457103" sldId="273"/>
            <ac:cxnSpMk id="23" creationId="{E9494095-64C8-1CEE-6D0E-43F21E51B5A9}"/>
          </ac:cxnSpMkLst>
        </pc:cxnChg>
        <pc:cxnChg chg="mod">
          <ac:chgData name="강창범" userId="6a7447b3-2e50-499e-b487-9c847021f407" providerId="ADAL" clId="{0F6DE7C8-21E1-4685-BBC5-313C75EB2FBA}" dt="2026-10-01T09:30:14.210" v="5158" actId="21"/>
          <ac:cxnSpMkLst>
            <pc:docMk/>
            <pc:sldMk cId="3164457103" sldId="273"/>
            <ac:cxnSpMk id="30" creationId="{AE704E95-9A48-48D5-8055-15B4B14D4FB6}"/>
          </ac:cxnSpMkLst>
        </pc:cxnChg>
        <pc:cxnChg chg="mod">
          <ac:chgData name="강창범" userId="6a7447b3-2e50-499e-b487-9c847021f407" providerId="ADAL" clId="{0F6DE7C8-21E1-4685-BBC5-313C75EB2FBA}" dt="2026-10-01T09:30:14.210" v="5158" actId="21"/>
          <ac:cxnSpMkLst>
            <pc:docMk/>
            <pc:sldMk cId="3164457103" sldId="273"/>
            <ac:cxnSpMk id="31" creationId="{2B1129CA-A043-D604-EE15-6465A1490FB9}"/>
          </ac:cxnSpMkLst>
        </pc:cxnChg>
        <pc:cxnChg chg="mod">
          <ac:chgData name="강창범" userId="6a7447b3-2e50-499e-b487-9c847021f407" providerId="ADAL" clId="{0F6DE7C8-21E1-4685-BBC5-313C75EB2FBA}" dt="2026-10-01T09:30:14.210" v="5158" actId="21"/>
          <ac:cxnSpMkLst>
            <pc:docMk/>
            <pc:sldMk cId="3164457103" sldId="273"/>
            <ac:cxnSpMk id="32" creationId="{0BF6A236-6D74-A623-47BA-6E15437CE2E8}"/>
          </ac:cxnSpMkLst>
        </pc:cxnChg>
        <pc:cxnChg chg="mod">
          <ac:chgData name="강창범" userId="6a7447b3-2e50-499e-b487-9c847021f407" providerId="ADAL" clId="{0F6DE7C8-21E1-4685-BBC5-313C75EB2FBA}" dt="2026-10-01T09:30:14.210" v="5158" actId="21"/>
          <ac:cxnSpMkLst>
            <pc:docMk/>
            <pc:sldMk cId="3164457103" sldId="273"/>
            <ac:cxnSpMk id="33" creationId="{ECB350EC-4E81-A1BA-3EF9-B9640F36AC3A}"/>
          </ac:cxnSpMkLst>
        </pc:cxnChg>
        <pc:cxnChg chg="mod">
          <ac:chgData name="강창범" userId="6a7447b3-2e50-499e-b487-9c847021f407" providerId="ADAL" clId="{0F6DE7C8-21E1-4685-BBC5-313C75EB2FBA}" dt="2026-10-01T09:30:14.210" v="5158" actId="21"/>
          <ac:cxnSpMkLst>
            <pc:docMk/>
            <pc:sldMk cId="3164457103" sldId="273"/>
            <ac:cxnSpMk id="34" creationId="{CF6C2E3F-317A-ADEB-6302-02A67A7EAA59}"/>
          </ac:cxnSpMkLst>
        </pc:cxnChg>
        <pc:cxnChg chg="mod">
          <ac:chgData name="강창범" userId="6a7447b3-2e50-499e-b487-9c847021f407" providerId="ADAL" clId="{0F6DE7C8-21E1-4685-BBC5-313C75EB2FBA}" dt="2026-10-01T09:30:14.210" v="5158" actId="21"/>
          <ac:cxnSpMkLst>
            <pc:docMk/>
            <pc:sldMk cId="3164457103" sldId="273"/>
            <ac:cxnSpMk id="36" creationId="{B0B6FE4A-3876-560B-DFF0-50C1418B1814}"/>
          </ac:cxnSpMkLst>
        </pc:cxnChg>
        <pc:cxnChg chg="mod">
          <ac:chgData name="강창범" userId="6a7447b3-2e50-499e-b487-9c847021f407" providerId="ADAL" clId="{0F6DE7C8-21E1-4685-BBC5-313C75EB2FBA}" dt="2026-10-01T09:30:14.569" v="5159"/>
          <ac:cxnSpMkLst>
            <pc:docMk/>
            <pc:sldMk cId="3164457103" sldId="273"/>
            <ac:cxnSpMk id="45" creationId="{2B1129CA-A043-D604-EE15-6465A1490FB9}"/>
          </ac:cxnSpMkLst>
        </pc:cxnChg>
        <pc:cxnChg chg="mod">
          <ac:chgData name="강창범" userId="6a7447b3-2e50-499e-b487-9c847021f407" providerId="ADAL" clId="{0F6DE7C8-21E1-4685-BBC5-313C75EB2FBA}" dt="2026-10-01T09:30:14.569" v="5159"/>
          <ac:cxnSpMkLst>
            <pc:docMk/>
            <pc:sldMk cId="3164457103" sldId="273"/>
            <ac:cxnSpMk id="48" creationId="{CF6C2E3F-317A-ADEB-6302-02A67A7EAA59}"/>
          </ac:cxnSpMkLst>
        </pc:cxnChg>
      </pc:sldChg>
      <pc:sldChg chg="addSp delSp modSp add mod">
        <pc:chgData name="강창범" userId="6a7447b3-2e50-499e-b487-9c847021f407" providerId="ADAL" clId="{0F6DE7C8-21E1-4685-BBC5-313C75EB2FBA}" dt="2026-10-02T03:19:52.095" v="5238" actId="1076"/>
        <pc:sldMkLst>
          <pc:docMk/>
          <pc:sldMk cId="1763479311" sldId="274"/>
        </pc:sldMkLst>
        <pc:spChg chg="add mod">
          <ac:chgData name="강창범" userId="6a7447b3-2e50-499e-b487-9c847021f407" providerId="ADAL" clId="{0F6DE7C8-21E1-4685-BBC5-313C75EB2FBA}" dt="2026-10-02T03:19:52.095" v="5238" actId="1076"/>
          <ac:spMkLst>
            <pc:docMk/>
            <pc:sldMk cId="1763479311" sldId="274"/>
            <ac:spMk id="2" creationId="{67B310DB-5ABA-61BF-B2E6-6A77EBC61B0B}"/>
          </ac:spMkLst>
        </pc:spChg>
        <pc:spChg chg="del">
          <ac:chgData name="강창범" userId="6a7447b3-2e50-499e-b487-9c847021f407" providerId="ADAL" clId="{0F6DE7C8-21E1-4685-BBC5-313C75EB2FBA}" dt="2026-10-02T03:19:17.649" v="5168" actId="478"/>
          <ac:spMkLst>
            <pc:docMk/>
            <pc:sldMk cId="1763479311" sldId="274"/>
            <ac:spMk id="5" creationId="{945F2C20-7D3B-E70F-A798-BE20513EC62F}"/>
          </ac:spMkLst>
        </pc:spChg>
        <pc:spChg chg="mod">
          <ac:chgData name="강창범" userId="6a7447b3-2e50-499e-b487-9c847021f407" providerId="ADAL" clId="{0F6DE7C8-21E1-4685-BBC5-313C75EB2FBA}" dt="2026-10-02T03:19:29.928" v="5209" actId="20577"/>
          <ac:spMkLst>
            <pc:docMk/>
            <pc:sldMk cId="1763479311" sldId="274"/>
            <ac:spMk id="9" creationId="{01CE2EB0-558F-54B4-24AA-3305E8905AF5}"/>
          </ac:spMkLst>
        </pc:spChg>
        <pc:grpChg chg="del">
          <ac:chgData name="강창범" userId="6a7447b3-2e50-499e-b487-9c847021f407" providerId="ADAL" clId="{0F6DE7C8-21E1-4685-BBC5-313C75EB2FBA}" dt="2026-10-02T03:19:15.332" v="5166" actId="478"/>
          <ac:grpSpMkLst>
            <pc:docMk/>
            <pc:sldMk cId="1763479311" sldId="274"/>
            <ac:grpSpMk id="38" creationId="{C5DC5BCC-B70A-5170-A429-9D672CFB2B6C}"/>
          </ac:grpSpMkLst>
        </pc:grpChg>
        <pc:graphicFrameChg chg="del">
          <ac:chgData name="강창범" userId="6a7447b3-2e50-499e-b487-9c847021f407" providerId="ADAL" clId="{0F6DE7C8-21E1-4685-BBC5-313C75EB2FBA}" dt="2026-10-02T03:19:16.691" v="5167" actId="478"/>
          <ac:graphicFrameMkLst>
            <pc:docMk/>
            <pc:sldMk cId="1763479311" sldId="274"/>
            <ac:graphicFrameMk id="4" creationId="{3265C550-D107-476A-86F3-EAEEAA00E069}"/>
          </ac:graphicFrameMkLst>
        </pc:graphicFrameChg>
        <pc:cxnChg chg="mod">
          <ac:chgData name="강창범" userId="6a7447b3-2e50-499e-b487-9c847021f407" providerId="ADAL" clId="{0F6DE7C8-21E1-4685-BBC5-313C75EB2FBA}" dt="2026-10-02T03:19:15.332" v="5166" actId="478"/>
          <ac:cxnSpMkLst>
            <pc:docMk/>
            <pc:sldMk cId="1763479311" sldId="274"/>
            <ac:cxnSpMk id="44" creationId="{6CB74F28-B5C2-7683-34CC-BA506C64E956}"/>
          </ac:cxnSpMkLst>
        </pc:cxnChg>
        <pc:cxnChg chg="mod">
          <ac:chgData name="강창범" userId="6a7447b3-2e50-499e-b487-9c847021f407" providerId="ADAL" clId="{0F6DE7C8-21E1-4685-BBC5-313C75EB2FBA}" dt="2026-10-02T03:19:15.332" v="5166" actId="478"/>
          <ac:cxnSpMkLst>
            <pc:docMk/>
            <pc:sldMk cId="1763479311" sldId="274"/>
            <ac:cxnSpMk id="45" creationId="{D9F23DBB-12AC-B224-0724-42ADF5B6E3BB}"/>
          </ac:cxnSpMkLst>
        </pc:cxnChg>
        <pc:cxnChg chg="mod">
          <ac:chgData name="강창범" userId="6a7447b3-2e50-499e-b487-9c847021f407" providerId="ADAL" clId="{0F6DE7C8-21E1-4685-BBC5-313C75EB2FBA}" dt="2026-10-02T03:19:15.332" v="5166" actId="478"/>
          <ac:cxnSpMkLst>
            <pc:docMk/>
            <pc:sldMk cId="1763479311" sldId="274"/>
            <ac:cxnSpMk id="46" creationId="{97D0BFA0-1BF3-DA12-80BF-45FBC25CBE7C}"/>
          </ac:cxnSpMkLst>
        </pc:cxnChg>
        <pc:cxnChg chg="mod">
          <ac:chgData name="강창범" userId="6a7447b3-2e50-499e-b487-9c847021f407" providerId="ADAL" clId="{0F6DE7C8-21E1-4685-BBC5-313C75EB2FBA}" dt="2026-10-02T03:19:15.332" v="5166" actId="478"/>
          <ac:cxnSpMkLst>
            <pc:docMk/>
            <pc:sldMk cId="1763479311" sldId="274"/>
            <ac:cxnSpMk id="47" creationId="{D0A646EB-F9DA-15BB-8502-C7EC3B744724}"/>
          </ac:cxnSpMkLst>
        </pc:cxnChg>
        <pc:cxnChg chg="mod">
          <ac:chgData name="강창범" userId="6a7447b3-2e50-499e-b487-9c847021f407" providerId="ADAL" clId="{0F6DE7C8-21E1-4685-BBC5-313C75EB2FBA}" dt="2026-10-02T03:19:15.332" v="5166" actId="478"/>
          <ac:cxnSpMkLst>
            <pc:docMk/>
            <pc:sldMk cId="1763479311" sldId="274"/>
            <ac:cxnSpMk id="48" creationId="{3CBF6ABF-D0F6-46F1-6997-DC16E5075B6D}"/>
          </ac:cxnSpMkLst>
        </pc:cxnChg>
        <pc:cxnChg chg="mod">
          <ac:chgData name="강창범" userId="6a7447b3-2e50-499e-b487-9c847021f407" providerId="ADAL" clId="{0F6DE7C8-21E1-4685-BBC5-313C75EB2FBA}" dt="2026-10-02T03:19:15.332" v="5166" actId="478"/>
          <ac:cxnSpMkLst>
            <pc:docMk/>
            <pc:sldMk cId="1763479311" sldId="274"/>
            <ac:cxnSpMk id="50" creationId="{5301B2CE-B1CF-0587-F6E2-C8AE53BDCDA1}"/>
          </ac:cxnSpMkLst>
        </pc:cxnChg>
      </pc:sldChg>
      <pc:sldChg chg="modSp add del mod">
        <pc:chgData name="강창범" userId="6a7447b3-2e50-499e-b487-9c847021f407" providerId="ADAL" clId="{0F6DE7C8-21E1-4685-BBC5-313C75EB2FBA}" dt="2026-10-01T09:27:04.651" v="5135" actId="47"/>
        <pc:sldMkLst>
          <pc:docMk/>
          <pc:sldMk cId="3043123550" sldId="274"/>
        </pc:sldMkLst>
        <pc:spChg chg="mod">
          <ac:chgData name="강창범" userId="6a7447b3-2e50-499e-b487-9c847021f407" providerId="ADAL" clId="{0F6DE7C8-21E1-4685-BBC5-313C75EB2FBA}" dt="2026-10-01T09:08:09.238" v="4852" actId="6549"/>
          <ac:spMkLst>
            <pc:docMk/>
            <pc:sldMk cId="3043123550" sldId="274"/>
            <ac:spMk id="9" creationId="{FB53448C-68E0-54A2-A178-2780FFE5D658}"/>
          </ac:spMkLst>
        </pc:spChg>
      </pc:sldChg>
      <pc:sldChg chg="addSp delSp modSp add del mod">
        <pc:chgData name="강창범" userId="6a7447b3-2e50-499e-b487-9c847021f407" providerId="ADAL" clId="{0F6DE7C8-21E1-4685-BBC5-313C75EB2FBA}" dt="2026-10-02T03:51:49.360" v="5362" actId="47"/>
        <pc:sldMkLst>
          <pc:docMk/>
          <pc:sldMk cId="1067141164" sldId="275"/>
        </pc:sldMkLst>
        <pc:spChg chg="add mod">
          <ac:chgData name="강창범" userId="6a7447b3-2e50-499e-b487-9c847021f407" providerId="ADAL" clId="{0F6DE7C8-21E1-4685-BBC5-313C75EB2FBA}" dt="2026-10-02T03:47:02.170" v="5270" actId="14100"/>
          <ac:spMkLst>
            <pc:docMk/>
            <pc:sldMk cId="1067141164" sldId="275"/>
            <ac:spMk id="2" creationId="{985FAEC9-6B19-DCB6-8CC0-9F345D979F58}"/>
          </ac:spMkLst>
        </pc:spChg>
        <pc:spChg chg="mod">
          <ac:chgData name="강창범" userId="6a7447b3-2e50-499e-b487-9c847021f407" providerId="ADAL" clId="{0F6DE7C8-21E1-4685-BBC5-313C75EB2FBA}" dt="2026-10-02T03:45:38.935" v="5248" actId="20577"/>
          <ac:spMkLst>
            <pc:docMk/>
            <pc:sldMk cId="1067141164" sldId="275"/>
            <ac:spMk id="9" creationId="{68B4E0C2-4B78-D6F4-D0BE-D8D360C22489}"/>
          </ac:spMkLst>
        </pc:spChg>
        <pc:spChg chg="del">
          <ac:chgData name="강창범" userId="6a7447b3-2e50-499e-b487-9c847021f407" providerId="ADAL" clId="{0F6DE7C8-21E1-4685-BBC5-313C75EB2FBA}" dt="2026-10-02T03:45:43.502" v="5249" actId="478"/>
          <ac:spMkLst>
            <pc:docMk/>
            <pc:sldMk cId="1067141164" sldId="275"/>
            <ac:spMk id="16" creationId="{2A7B1480-DAB8-1EBD-BC81-7497FCF0060C}"/>
          </ac:spMkLst>
        </pc:spChg>
        <pc:graphicFrameChg chg="add mod modGraphic">
          <ac:chgData name="강창범" userId="6a7447b3-2e50-499e-b487-9c847021f407" providerId="ADAL" clId="{0F6DE7C8-21E1-4685-BBC5-313C75EB2FBA}" dt="2026-10-02T03:47:11.180" v="5271" actId="1076"/>
          <ac:graphicFrameMkLst>
            <pc:docMk/>
            <pc:sldMk cId="1067141164" sldId="275"/>
            <ac:graphicFrameMk id="3" creationId="{3417384C-B595-A343-5D5F-2A8F8151BB18}"/>
          </ac:graphicFrameMkLst>
        </pc:graphicFrameChg>
      </pc:sldChg>
      <pc:sldChg chg="modSp add mod">
        <pc:chgData name="강창범" userId="6a7447b3-2e50-499e-b487-9c847021f407" providerId="ADAL" clId="{0F6DE7C8-21E1-4685-BBC5-313C75EB2FBA}" dt="2026-10-02T04:01:22.702" v="5405" actId="20577"/>
        <pc:sldMkLst>
          <pc:docMk/>
          <pc:sldMk cId="3986652846" sldId="275"/>
        </pc:sldMkLst>
        <pc:spChg chg="mod">
          <ac:chgData name="강창범" userId="6a7447b3-2e50-499e-b487-9c847021f407" providerId="ADAL" clId="{0F6DE7C8-21E1-4685-BBC5-313C75EB2FBA}" dt="2026-10-02T04:01:22.702" v="5405" actId="20577"/>
          <ac:spMkLst>
            <pc:docMk/>
            <pc:sldMk cId="3986652846" sldId="275"/>
            <ac:spMk id="9" creationId="{985FA343-B8A5-D104-A0FD-B0AB02268124}"/>
          </ac:spMkLst>
        </pc:spChg>
      </pc:sldChg>
      <pc:sldChg chg="addSp delSp modSp add del mod">
        <pc:chgData name="강창범" userId="6a7447b3-2e50-499e-b487-9c847021f407" providerId="ADAL" clId="{0F6DE7C8-21E1-4685-BBC5-313C75EB2FBA}" dt="2026-10-02T03:51:49.360" v="5362" actId="47"/>
        <pc:sldMkLst>
          <pc:docMk/>
          <pc:sldMk cId="1151660273" sldId="276"/>
        </pc:sldMkLst>
        <pc:spChg chg="mod">
          <ac:chgData name="강창범" userId="6a7447b3-2e50-499e-b487-9c847021f407" providerId="ADAL" clId="{0F6DE7C8-21E1-4685-BBC5-313C75EB2FBA}" dt="2026-10-02T03:48:24.768" v="5293" actId="14100"/>
          <ac:spMkLst>
            <pc:docMk/>
            <pc:sldMk cId="1151660273" sldId="276"/>
            <ac:spMk id="2" creationId="{A149BB2E-5915-A92D-EEC4-18C0394D047E}"/>
          </ac:spMkLst>
        </pc:spChg>
        <pc:graphicFrameChg chg="del">
          <ac:chgData name="강창범" userId="6a7447b3-2e50-499e-b487-9c847021f407" providerId="ADAL" clId="{0F6DE7C8-21E1-4685-BBC5-313C75EB2FBA}" dt="2026-10-02T03:47:37.806" v="5277" actId="478"/>
          <ac:graphicFrameMkLst>
            <pc:docMk/>
            <pc:sldMk cId="1151660273" sldId="276"/>
            <ac:graphicFrameMk id="3" creationId="{967AFCB0-AA33-1B57-AE05-43D86BD3C6DB}"/>
          </ac:graphicFrameMkLst>
        </pc:graphicFrameChg>
        <pc:graphicFrameChg chg="add mod modGraphic">
          <ac:chgData name="강창범" userId="6a7447b3-2e50-499e-b487-9c847021f407" providerId="ADAL" clId="{0F6DE7C8-21E1-4685-BBC5-313C75EB2FBA}" dt="2026-10-02T03:48:29.851" v="5294" actId="1076"/>
          <ac:graphicFrameMkLst>
            <pc:docMk/>
            <pc:sldMk cId="1151660273" sldId="276"/>
            <ac:graphicFrameMk id="4" creationId="{D9CFFE6C-4F4A-8605-D167-FCB00FACB999}"/>
          </ac:graphicFrameMkLst>
        </pc:graphicFrameChg>
      </pc:sldChg>
      <pc:sldChg chg="modSp add mod">
        <pc:chgData name="강창범" userId="6a7447b3-2e50-499e-b487-9c847021f407" providerId="ADAL" clId="{0F6DE7C8-21E1-4685-BBC5-313C75EB2FBA}" dt="2026-10-02T04:01:25.014" v="5407" actId="20577"/>
        <pc:sldMkLst>
          <pc:docMk/>
          <pc:sldMk cId="3838473356" sldId="276"/>
        </pc:sldMkLst>
        <pc:spChg chg="mod">
          <ac:chgData name="강창범" userId="6a7447b3-2e50-499e-b487-9c847021f407" providerId="ADAL" clId="{0F6DE7C8-21E1-4685-BBC5-313C75EB2FBA}" dt="2026-10-02T04:01:25.014" v="5407" actId="20577"/>
          <ac:spMkLst>
            <pc:docMk/>
            <pc:sldMk cId="3838473356" sldId="276"/>
            <ac:spMk id="9" creationId="{CC982AC8-60AB-0539-95EC-275DEA9F0B06}"/>
          </ac:spMkLst>
        </pc:spChg>
      </pc:sldChg>
      <pc:sldChg chg="modSp add mod">
        <pc:chgData name="강창범" userId="6a7447b3-2e50-499e-b487-9c847021f407" providerId="ADAL" clId="{0F6DE7C8-21E1-4685-BBC5-313C75EB2FBA}" dt="2026-10-02T04:01:28.436" v="5409" actId="20577"/>
        <pc:sldMkLst>
          <pc:docMk/>
          <pc:sldMk cId="68648115" sldId="277"/>
        </pc:sldMkLst>
        <pc:spChg chg="mod">
          <ac:chgData name="강창범" userId="6a7447b3-2e50-499e-b487-9c847021f407" providerId="ADAL" clId="{0F6DE7C8-21E1-4685-BBC5-313C75EB2FBA}" dt="2026-10-02T04:01:28.436" v="5409" actId="20577"/>
          <ac:spMkLst>
            <pc:docMk/>
            <pc:sldMk cId="68648115" sldId="277"/>
            <ac:spMk id="9" creationId="{3F5AFA83-12BE-1769-7483-D16EBE8F48F2}"/>
          </ac:spMkLst>
        </pc:spChg>
      </pc:sldChg>
      <pc:sldChg chg="modSp add del mod">
        <pc:chgData name="강창범" userId="6a7447b3-2e50-499e-b487-9c847021f407" providerId="ADAL" clId="{0F6DE7C8-21E1-4685-BBC5-313C75EB2FBA}" dt="2026-10-02T03:51:49.360" v="5362" actId="47"/>
        <pc:sldMkLst>
          <pc:docMk/>
          <pc:sldMk cId="1021037000" sldId="277"/>
        </pc:sldMkLst>
        <pc:spChg chg="mod">
          <ac:chgData name="강창범" userId="6a7447b3-2e50-499e-b487-9c847021f407" providerId="ADAL" clId="{0F6DE7C8-21E1-4685-BBC5-313C75EB2FBA}" dt="2026-10-02T03:48:53.478" v="5301" actId="14100"/>
          <ac:spMkLst>
            <pc:docMk/>
            <pc:sldMk cId="1021037000" sldId="277"/>
            <ac:spMk id="2" creationId="{20FCB038-61CE-61ED-6508-07388568599A}"/>
          </ac:spMkLst>
        </pc:spChg>
        <pc:graphicFrameChg chg="mod modGraphic">
          <ac:chgData name="강창범" userId="6a7447b3-2e50-499e-b487-9c847021f407" providerId="ADAL" clId="{0F6DE7C8-21E1-4685-BBC5-313C75EB2FBA}" dt="2026-10-02T03:50:22.941" v="5360" actId="20577"/>
          <ac:graphicFrameMkLst>
            <pc:docMk/>
            <pc:sldMk cId="1021037000" sldId="277"/>
            <ac:graphicFrameMk id="4" creationId="{51FDE7FB-59FD-8424-6FA5-AD4751A3F519}"/>
          </ac:graphicFrameMkLst>
        </pc:graphicFrameChg>
      </pc:sldChg>
      <pc:sldChg chg="add del">
        <pc:chgData name="강창범" userId="6a7447b3-2e50-499e-b487-9c847021f407" providerId="ADAL" clId="{0F6DE7C8-21E1-4685-BBC5-313C75EB2FBA}" dt="2026-10-02T03:51:49.360" v="5362" actId="47"/>
        <pc:sldMkLst>
          <pc:docMk/>
          <pc:sldMk cId="2506871248" sldId="278"/>
        </pc:sldMkLst>
      </pc:sldChg>
      <pc:sldChg chg="addSp delSp modSp add mod">
        <pc:chgData name="강창범" userId="6a7447b3-2e50-499e-b487-9c847021f407" providerId="ADAL" clId="{0F6DE7C8-21E1-4685-BBC5-313C75EB2FBA}" dt="2026-10-02T04:01:30.881" v="5411" actId="20577"/>
        <pc:sldMkLst>
          <pc:docMk/>
          <pc:sldMk cId="2699562057" sldId="278"/>
        </pc:sldMkLst>
        <pc:spChg chg="mod">
          <ac:chgData name="강창범" userId="6a7447b3-2e50-499e-b487-9c847021f407" providerId="ADAL" clId="{0F6DE7C8-21E1-4685-BBC5-313C75EB2FBA}" dt="2026-10-02T03:52:48.585" v="5388" actId="15"/>
          <ac:spMkLst>
            <pc:docMk/>
            <pc:sldMk cId="2699562057" sldId="278"/>
            <ac:spMk id="2" creationId="{A7681058-FDE8-BB29-AEF6-951BDEA2730F}"/>
          </ac:spMkLst>
        </pc:spChg>
        <pc:spChg chg="mod">
          <ac:chgData name="강창범" userId="6a7447b3-2e50-499e-b487-9c847021f407" providerId="ADAL" clId="{0F6DE7C8-21E1-4685-BBC5-313C75EB2FBA}" dt="2026-10-02T04:01:30.881" v="5411" actId="20577"/>
          <ac:spMkLst>
            <pc:docMk/>
            <pc:sldMk cId="2699562057" sldId="278"/>
            <ac:spMk id="9" creationId="{BD5E6F4A-6C2B-45CD-8482-12F4F1D6F6A2}"/>
          </ac:spMkLst>
        </pc:spChg>
        <pc:graphicFrameChg chg="add mod modGraphic">
          <ac:chgData name="강창범" userId="6a7447b3-2e50-499e-b487-9c847021f407" providerId="ADAL" clId="{0F6DE7C8-21E1-4685-BBC5-313C75EB2FBA}" dt="2026-10-02T03:54:09.558" v="5403" actId="1076"/>
          <ac:graphicFrameMkLst>
            <pc:docMk/>
            <pc:sldMk cId="2699562057" sldId="278"/>
            <ac:graphicFrameMk id="3" creationId="{CFED109E-88B4-3718-6BD8-D6AD8CBF92C6}"/>
          </ac:graphicFrameMkLst>
        </pc:graphicFrameChg>
        <pc:graphicFrameChg chg="del">
          <ac:chgData name="강창범" userId="6a7447b3-2e50-499e-b487-9c847021f407" providerId="ADAL" clId="{0F6DE7C8-21E1-4685-BBC5-313C75EB2FBA}" dt="2026-10-02T03:53:26.808" v="5389" actId="478"/>
          <ac:graphicFrameMkLst>
            <pc:docMk/>
            <pc:sldMk cId="2699562057" sldId="278"/>
            <ac:graphicFrameMk id="4" creationId="{B8C48EAF-5193-8FB9-A66E-4FDE50E80BD1}"/>
          </ac:graphicFrameMkLst>
        </pc:graphicFrameChg>
      </pc:sldChg>
      <pc:sldChg chg="addSp delSp modSp add mod">
        <pc:chgData name="강창범" userId="6a7447b3-2e50-499e-b487-9c847021f407" providerId="ADAL" clId="{0F6DE7C8-21E1-4685-BBC5-313C75EB2FBA}" dt="2026-10-02T04:03:04.028" v="5451" actId="255"/>
        <pc:sldMkLst>
          <pc:docMk/>
          <pc:sldMk cId="2345981761" sldId="279"/>
        </pc:sldMkLst>
        <pc:spChg chg="add mod">
          <ac:chgData name="강창범" userId="6a7447b3-2e50-499e-b487-9c847021f407" providerId="ADAL" clId="{0F6DE7C8-21E1-4685-BBC5-313C75EB2FBA}" dt="2026-10-02T04:02:56.158" v="5450" actId="1076"/>
          <ac:spMkLst>
            <pc:docMk/>
            <pc:sldMk cId="2345981761" sldId="279"/>
            <ac:spMk id="3" creationId="{EB80539D-B05B-05D6-35C5-92AAF0B133BE}"/>
          </ac:spMkLst>
        </pc:spChg>
        <pc:spChg chg="del">
          <ac:chgData name="강창범" userId="6a7447b3-2e50-499e-b487-9c847021f407" providerId="ADAL" clId="{0F6DE7C8-21E1-4685-BBC5-313C75EB2FBA}" dt="2026-10-02T04:02:30.670" v="5416" actId="478"/>
          <ac:spMkLst>
            <pc:docMk/>
            <pc:sldMk cId="2345981761" sldId="279"/>
            <ac:spMk id="5" creationId="{4E5BADD8-0542-EC37-F23C-15991D902E0B}"/>
          </ac:spMkLst>
        </pc:spChg>
        <pc:spChg chg="mod">
          <ac:chgData name="강창범" userId="6a7447b3-2e50-499e-b487-9c847021f407" providerId="ADAL" clId="{0F6DE7C8-21E1-4685-BBC5-313C75EB2FBA}" dt="2026-10-02T04:02:39.626" v="5433" actId="20577"/>
          <ac:spMkLst>
            <pc:docMk/>
            <pc:sldMk cId="2345981761" sldId="279"/>
            <ac:spMk id="9" creationId="{73E6C6F7-88F5-45DC-93CF-A07BDAB86FD7}"/>
          </ac:spMkLst>
        </pc:spChg>
        <pc:grpChg chg="del">
          <ac:chgData name="강창범" userId="6a7447b3-2e50-499e-b487-9c847021f407" providerId="ADAL" clId="{0F6DE7C8-21E1-4685-BBC5-313C75EB2FBA}" dt="2026-10-02T04:02:29.526" v="5415" actId="478"/>
          <ac:grpSpMkLst>
            <pc:docMk/>
            <pc:sldMk cId="2345981761" sldId="279"/>
            <ac:grpSpMk id="38" creationId="{290BC0A9-D35F-C5C4-BFD5-DDB36AEF9AFE}"/>
          </ac:grpSpMkLst>
        </pc:grpChg>
        <pc:graphicFrameChg chg="mod modGraphic">
          <ac:chgData name="강창범" userId="6a7447b3-2e50-499e-b487-9c847021f407" providerId="ADAL" clId="{0F6DE7C8-21E1-4685-BBC5-313C75EB2FBA}" dt="2026-10-02T04:03:04.028" v="5451" actId="255"/>
          <ac:graphicFrameMkLst>
            <pc:docMk/>
            <pc:sldMk cId="2345981761" sldId="279"/>
            <ac:graphicFrameMk id="2" creationId="{8595F03D-D131-36C3-E5D4-F6ECB9E68FC4}"/>
          </ac:graphicFrameMkLst>
        </pc:graphicFrameChg>
        <pc:graphicFrameChg chg="del">
          <ac:chgData name="강창범" userId="6a7447b3-2e50-499e-b487-9c847021f407" providerId="ADAL" clId="{0F6DE7C8-21E1-4685-BBC5-313C75EB2FBA}" dt="2026-10-02T04:02:33.365" v="5419" actId="478"/>
          <ac:graphicFrameMkLst>
            <pc:docMk/>
            <pc:sldMk cId="2345981761" sldId="279"/>
            <ac:graphicFrameMk id="4" creationId="{B99CE710-6084-C260-FFB8-B6EC9357D234}"/>
          </ac:graphicFrameMkLst>
        </pc:graphicFrameChg>
        <pc:cxnChg chg="mod">
          <ac:chgData name="강창범" userId="6a7447b3-2e50-499e-b487-9c847021f407" providerId="ADAL" clId="{0F6DE7C8-21E1-4685-BBC5-313C75EB2FBA}" dt="2026-10-02T04:02:29.526" v="5415" actId="478"/>
          <ac:cxnSpMkLst>
            <pc:docMk/>
            <pc:sldMk cId="2345981761" sldId="279"/>
            <ac:cxnSpMk id="44" creationId="{3BD68267-E7CE-5E2F-6E2E-656C2049556B}"/>
          </ac:cxnSpMkLst>
        </pc:cxnChg>
        <pc:cxnChg chg="mod">
          <ac:chgData name="강창범" userId="6a7447b3-2e50-499e-b487-9c847021f407" providerId="ADAL" clId="{0F6DE7C8-21E1-4685-BBC5-313C75EB2FBA}" dt="2026-10-02T04:02:29.526" v="5415" actId="478"/>
          <ac:cxnSpMkLst>
            <pc:docMk/>
            <pc:sldMk cId="2345981761" sldId="279"/>
            <ac:cxnSpMk id="45" creationId="{65B425E0-B46A-1880-2094-8D57F676ACB7}"/>
          </ac:cxnSpMkLst>
        </pc:cxnChg>
        <pc:cxnChg chg="mod">
          <ac:chgData name="강창범" userId="6a7447b3-2e50-499e-b487-9c847021f407" providerId="ADAL" clId="{0F6DE7C8-21E1-4685-BBC5-313C75EB2FBA}" dt="2026-10-02T04:02:29.526" v="5415" actId="478"/>
          <ac:cxnSpMkLst>
            <pc:docMk/>
            <pc:sldMk cId="2345981761" sldId="279"/>
            <ac:cxnSpMk id="46" creationId="{49987A76-92B4-993B-D9D9-CE1C0BB7B6A4}"/>
          </ac:cxnSpMkLst>
        </pc:cxnChg>
        <pc:cxnChg chg="mod">
          <ac:chgData name="강창범" userId="6a7447b3-2e50-499e-b487-9c847021f407" providerId="ADAL" clId="{0F6DE7C8-21E1-4685-BBC5-313C75EB2FBA}" dt="2026-10-02T04:02:29.526" v="5415" actId="478"/>
          <ac:cxnSpMkLst>
            <pc:docMk/>
            <pc:sldMk cId="2345981761" sldId="279"/>
            <ac:cxnSpMk id="47" creationId="{0DAAEB79-B312-5A42-A848-45358654C666}"/>
          </ac:cxnSpMkLst>
        </pc:cxnChg>
        <pc:cxnChg chg="mod">
          <ac:chgData name="강창범" userId="6a7447b3-2e50-499e-b487-9c847021f407" providerId="ADAL" clId="{0F6DE7C8-21E1-4685-BBC5-313C75EB2FBA}" dt="2026-10-02T04:02:29.526" v="5415" actId="478"/>
          <ac:cxnSpMkLst>
            <pc:docMk/>
            <pc:sldMk cId="2345981761" sldId="279"/>
            <ac:cxnSpMk id="48" creationId="{C4DF844D-C3E5-EE95-ADD5-C001CFF6B178}"/>
          </ac:cxnSpMkLst>
        </pc:cxnChg>
        <pc:cxnChg chg="mod">
          <ac:chgData name="강창범" userId="6a7447b3-2e50-499e-b487-9c847021f407" providerId="ADAL" clId="{0F6DE7C8-21E1-4685-BBC5-313C75EB2FBA}" dt="2026-10-02T04:02:29.526" v="5415" actId="478"/>
          <ac:cxnSpMkLst>
            <pc:docMk/>
            <pc:sldMk cId="2345981761" sldId="279"/>
            <ac:cxnSpMk id="50" creationId="{251B9D9D-8AC1-F8B3-16D0-6F844A468803}"/>
          </ac:cxnSpMkLst>
        </pc:cxnChg>
      </pc:sldChg>
      <pc:sldMasterChg chg="addSp delSp modSp mod modSldLayout">
        <pc:chgData name="강창범" userId="6a7447b3-2e50-499e-b487-9c847021f407" providerId="ADAL" clId="{0F6DE7C8-21E1-4685-BBC5-313C75EB2FBA}" dt="2026-10-02T07:59:16.776" v="5459" actId="20577"/>
        <pc:sldMasterMkLst>
          <pc:docMk/>
          <pc:sldMasterMk cId="3753409032" sldId="2147483648"/>
        </pc:sldMasterMkLst>
        <pc:spChg chg="del mod">
          <ac:chgData name="강창범" userId="6a7447b3-2e50-499e-b487-9c847021f407" providerId="ADAL" clId="{0F6DE7C8-21E1-4685-BBC5-313C75EB2FBA}" dt="2026-10-01T05:44:48.119" v="23" actId="478"/>
          <ac:spMkLst>
            <pc:docMk/>
            <pc:sldMasterMk cId="3753409032" sldId="2147483648"/>
            <ac:spMk id="6" creationId="{101487AA-F2CA-FBC0-4C1B-C0B449300A93}"/>
          </ac:spMkLst>
        </pc:spChg>
        <pc:spChg chg="add del mod">
          <ac:chgData name="강창범" userId="6a7447b3-2e50-499e-b487-9c847021f407" providerId="ADAL" clId="{0F6DE7C8-21E1-4685-BBC5-313C75EB2FBA}" dt="2026-10-01T05:51:43.045" v="44" actId="478"/>
          <ac:spMkLst>
            <pc:docMk/>
            <pc:sldMasterMk cId="3753409032" sldId="2147483648"/>
            <ac:spMk id="8" creationId="{1DC076DE-256D-28CD-92AA-ED02C1DFC2FB}"/>
          </ac:spMkLst>
        </pc:spChg>
        <pc:spChg chg="add del mod">
          <ac:chgData name="강창범" userId="6a7447b3-2e50-499e-b487-9c847021f407" providerId="ADAL" clId="{0F6DE7C8-21E1-4685-BBC5-313C75EB2FBA}" dt="2026-10-01T05:47:49.915" v="34"/>
          <ac:spMkLst>
            <pc:docMk/>
            <pc:sldMasterMk cId="3753409032" sldId="2147483648"/>
            <ac:spMk id="9" creationId="{4BBE30A7-686A-FE7E-49CC-9CB88735A1CA}"/>
          </ac:spMkLst>
        </pc:spChg>
        <pc:spChg chg="add mod">
          <ac:chgData name="강창범" userId="6a7447b3-2e50-499e-b487-9c847021f407" providerId="ADAL" clId="{0F6DE7C8-21E1-4685-BBC5-313C75EB2FBA}" dt="2026-10-02T07:59:16.776" v="5459" actId="20577"/>
          <ac:spMkLst>
            <pc:docMk/>
            <pc:sldMasterMk cId="3753409032" sldId="2147483648"/>
            <ac:spMk id="10" creationId="{E24087E9-8762-3035-347C-46DEB43C7733}"/>
          </ac:spMkLst>
        </pc:spChg>
        <pc:sldLayoutChg chg="addSp delSp modSp mod">
          <pc:chgData name="강창범" userId="6a7447b3-2e50-499e-b487-9c847021f407" providerId="ADAL" clId="{0F6DE7C8-21E1-4685-BBC5-313C75EB2FBA}" dt="2026-10-01T05:52:58.105" v="58"/>
          <pc:sldLayoutMkLst>
            <pc:docMk/>
            <pc:sldMasterMk cId="3753409032" sldId="2147483648"/>
            <pc:sldLayoutMk cId="2451714403" sldId="2147483649"/>
          </pc:sldLayoutMkLst>
          <pc:spChg chg="del">
            <ac:chgData name="강창범" userId="6a7447b3-2e50-499e-b487-9c847021f407" providerId="ADAL" clId="{0F6DE7C8-21E1-4685-BBC5-313C75EB2FBA}" dt="2026-10-01T05:52:58.105" v="58"/>
            <ac:spMkLst>
              <pc:docMk/>
              <pc:sldMasterMk cId="3753409032" sldId="2147483648"/>
              <pc:sldLayoutMk cId="2451714403" sldId="2147483649"/>
              <ac:spMk id="4" creationId="{B55C108A-526D-EA73-C287-B272361AAD8D}"/>
            </ac:spMkLst>
          </pc:spChg>
          <pc:spChg chg="del">
            <ac:chgData name="강창범" userId="6a7447b3-2e50-499e-b487-9c847021f407" providerId="ADAL" clId="{0F6DE7C8-21E1-4685-BBC5-313C75EB2FBA}" dt="2026-10-01T05:52:58.105" v="58"/>
            <ac:spMkLst>
              <pc:docMk/>
              <pc:sldMasterMk cId="3753409032" sldId="2147483648"/>
              <pc:sldLayoutMk cId="2451714403" sldId="2147483649"/>
              <ac:spMk id="5" creationId="{1F96559A-4E05-FA1B-BA48-3B23B874CFB3}"/>
            </ac:spMkLst>
          </pc:spChg>
          <pc:spChg chg="del mod">
            <ac:chgData name="강창범" userId="6a7447b3-2e50-499e-b487-9c847021f407" providerId="ADAL" clId="{0F6DE7C8-21E1-4685-BBC5-313C75EB2FBA}" dt="2026-10-01T05:52:58.105" v="58"/>
            <ac:spMkLst>
              <pc:docMk/>
              <pc:sldMasterMk cId="3753409032" sldId="2147483648"/>
              <pc:sldLayoutMk cId="2451714403" sldId="2147483649"/>
              <ac:spMk id="6" creationId="{1A5C406E-5A1E-5B90-4D74-99C69782B416}"/>
            </ac:spMkLst>
          </pc:spChg>
          <pc:spChg chg="add del mod">
            <ac:chgData name="강창범" userId="6a7447b3-2e50-499e-b487-9c847021f407" providerId="ADAL" clId="{0F6DE7C8-21E1-4685-BBC5-313C75EB2FBA}" dt="2026-10-01T05:48:40.551" v="37"/>
            <ac:spMkLst>
              <pc:docMk/>
              <pc:sldMasterMk cId="3753409032" sldId="2147483648"/>
              <pc:sldLayoutMk cId="2451714403" sldId="2147483649"/>
              <ac:spMk id="7" creationId="{2D5E900E-D248-0BDB-7D8C-3A0613D6B326}"/>
            </ac:spMkLst>
          </pc:spChg>
        </pc:sldLayoutChg>
        <pc:sldLayoutChg chg="delSp">
          <pc:chgData name="강창범" userId="6a7447b3-2e50-499e-b487-9c847021f407" providerId="ADAL" clId="{0F6DE7C8-21E1-4685-BBC5-313C75EB2FBA}" dt="2026-10-01T05:53:01.272" v="59"/>
          <pc:sldLayoutMkLst>
            <pc:docMk/>
            <pc:sldMasterMk cId="3753409032" sldId="2147483648"/>
            <pc:sldLayoutMk cId="4259732491" sldId="2147483650"/>
          </pc:sldLayoutMkLst>
          <pc:spChg chg="del">
            <ac:chgData name="강창범" userId="6a7447b3-2e50-499e-b487-9c847021f407" providerId="ADAL" clId="{0F6DE7C8-21E1-4685-BBC5-313C75EB2FBA}" dt="2026-10-01T05:53:01.272" v="59"/>
            <ac:spMkLst>
              <pc:docMk/>
              <pc:sldMasterMk cId="3753409032" sldId="2147483648"/>
              <pc:sldLayoutMk cId="4259732491" sldId="2147483650"/>
              <ac:spMk id="4" creationId="{428F659A-0B93-EC5E-46ED-4B30A1481E14}"/>
            </ac:spMkLst>
          </pc:spChg>
          <pc:spChg chg="del">
            <ac:chgData name="강창범" userId="6a7447b3-2e50-499e-b487-9c847021f407" providerId="ADAL" clId="{0F6DE7C8-21E1-4685-BBC5-313C75EB2FBA}" dt="2026-10-01T05:53:01.272" v="59"/>
            <ac:spMkLst>
              <pc:docMk/>
              <pc:sldMasterMk cId="3753409032" sldId="2147483648"/>
              <pc:sldLayoutMk cId="4259732491" sldId="2147483650"/>
              <ac:spMk id="5" creationId="{5599065E-CD92-8E67-476B-1BEED80B34F5}"/>
            </ac:spMkLst>
          </pc:spChg>
          <pc:spChg chg="del">
            <ac:chgData name="강창범" userId="6a7447b3-2e50-499e-b487-9c847021f407" providerId="ADAL" clId="{0F6DE7C8-21E1-4685-BBC5-313C75EB2FBA}" dt="2026-10-01T05:53:01.272" v="59"/>
            <ac:spMkLst>
              <pc:docMk/>
              <pc:sldMasterMk cId="3753409032" sldId="2147483648"/>
              <pc:sldLayoutMk cId="4259732491" sldId="2147483650"/>
              <ac:spMk id="6" creationId="{4685F53E-E0D6-CEF1-B537-00BA2C0043E2}"/>
            </ac:spMkLst>
          </pc:spChg>
        </pc:sldLayoutChg>
        <pc:sldLayoutChg chg="delSp">
          <pc:chgData name="강창범" userId="6a7447b3-2e50-499e-b487-9c847021f407" providerId="ADAL" clId="{0F6DE7C8-21E1-4685-BBC5-313C75EB2FBA}" dt="2026-10-01T05:53:02.977" v="60"/>
          <pc:sldLayoutMkLst>
            <pc:docMk/>
            <pc:sldMasterMk cId="3753409032" sldId="2147483648"/>
            <pc:sldLayoutMk cId="4035422767" sldId="2147483651"/>
          </pc:sldLayoutMkLst>
          <pc:spChg chg="del">
            <ac:chgData name="강창범" userId="6a7447b3-2e50-499e-b487-9c847021f407" providerId="ADAL" clId="{0F6DE7C8-21E1-4685-BBC5-313C75EB2FBA}" dt="2026-10-01T05:53:02.977" v="60"/>
            <ac:spMkLst>
              <pc:docMk/>
              <pc:sldMasterMk cId="3753409032" sldId="2147483648"/>
              <pc:sldLayoutMk cId="4035422767" sldId="2147483651"/>
              <ac:spMk id="4" creationId="{54C3CB53-0131-FC21-3D6D-2BB7BF167CE9}"/>
            </ac:spMkLst>
          </pc:spChg>
          <pc:spChg chg="del">
            <ac:chgData name="강창범" userId="6a7447b3-2e50-499e-b487-9c847021f407" providerId="ADAL" clId="{0F6DE7C8-21E1-4685-BBC5-313C75EB2FBA}" dt="2026-10-01T05:53:02.977" v="60"/>
            <ac:spMkLst>
              <pc:docMk/>
              <pc:sldMasterMk cId="3753409032" sldId="2147483648"/>
              <pc:sldLayoutMk cId="4035422767" sldId="2147483651"/>
              <ac:spMk id="5" creationId="{EE3E4504-DF4A-EF1E-9BBA-7A477E0B1E26}"/>
            </ac:spMkLst>
          </pc:spChg>
          <pc:spChg chg="del">
            <ac:chgData name="강창범" userId="6a7447b3-2e50-499e-b487-9c847021f407" providerId="ADAL" clId="{0F6DE7C8-21E1-4685-BBC5-313C75EB2FBA}" dt="2026-10-01T05:53:02.977" v="60"/>
            <ac:spMkLst>
              <pc:docMk/>
              <pc:sldMasterMk cId="3753409032" sldId="2147483648"/>
              <pc:sldLayoutMk cId="4035422767" sldId="2147483651"/>
              <ac:spMk id="6" creationId="{597782B1-288B-8F51-CF2E-172CC0CCD71C}"/>
            </ac:spMkLst>
          </pc:spChg>
        </pc:sldLayoutChg>
        <pc:sldLayoutChg chg="delSp">
          <pc:chgData name="강창범" userId="6a7447b3-2e50-499e-b487-9c847021f407" providerId="ADAL" clId="{0F6DE7C8-21E1-4685-BBC5-313C75EB2FBA}" dt="2026-10-01T05:53:06.866" v="61"/>
          <pc:sldLayoutMkLst>
            <pc:docMk/>
            <pc:sldMasterMk cId="3753409032" sldId="2147483648"/>
            <pc:sldLayoutMk cId="3852666160" sldId="2147483652"/>
          </pc:sldLayoutMkLst>
          <pc:spChg chg="del">
            <ac:chgData name="강창범" userId="6a7447b3-2e50-499e-b487-9c847021f407" providerId="ADAL" clId="{0F6DE7C8-21E1-4685-BBC5-313C75EB2FBA}" dt="2026-10-01T05:53:06.866" v="61"/>
            <ac:spMkLst>
              <pc:docMk/>
              <pc:sldMasterMk cId="3753409032" sldId="2147483648"/>
              <pc:sldLayoutMk cId="3852666160" sldId="2147483652"/>
              <ac:spMk id="5" creationId="{5604BCBB-EC0A-2FE9-BE59-03EA197FAC95}"/>
            </ac:spMkLst>
          </pc:spChg>
          <pc:spChg chg="del">
            <ac:chgData name="강창범" userId="6a7447b3-2e50-499e-b487-9c847021f407" providerId="ADAL" clId="{0F6DE7C8-21E1-4685-BBC5-313C75EB2FBA}" dt="2026-10-01T05:53:06.866" v="61"/>
            <ac:spMkLst>
              <pc:docMk/>
              <pc:sldMasterMk cId="3753409032" sldId="2147483648"/>
              <pc:sldLayoutMk cId="3852666160" sldId="2147483652"/>
              <ac:spMk id="6" creationId="{226A56BF-2B8B-7D09-8111-44B14534C5C3}"/>
            </ac:spMkLst>
          </pc:spChg>
          <pc:spChg chg="del">
            <ac:chgData name="강창범" userId="6a7447b3-2e50-499e-b487-9c847021f407" providerId="ADAL" clId="{0F6DE7C8-21E1-4685-BBC5-313C75EB2FBA}" dt="2026-10-01T05:53:06.866" v="61"/>
            <ac:spMkLst>
              <pc:docMk/>
              <pc:sldMasterMk cId="3753409032" sldId="2147483648"/>
              <pc:sldLayoutMk cId="3852666160" sldId="2147483652"/>
              <ac:spMk id="7" creationId="{EC0BC445-69A6-8266-03BD-D855107A7A03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769BF-8D21-498E-93E6-81E6EEE38877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CF235-3128-4B94-BE16-9FB3FF6124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928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CF235-3128-4B94-BE16-9FB3FF61244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764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D7B24-CCC5-AE26-88B0-343614361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BC9064-EFBF-99F2-C0F1-ED394FE81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5171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E15E2-E127-4225-85FD-BFCDE60EF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4ED0A1-3222-2BF1-AA3B-55E568315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259732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D0452-AA37-C40E-F0BC-C6EFF7538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E6D12E-1497-C62A-BD81-0FF41231F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4035422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9C8AD-EFC0-EA61-D1A4-4E976D343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25EFAB-3639-F24F-3506-70558DB75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3812BE-10FA-E3A9-FDBD-E85293753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852666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7ABE0-39C8-CD8B-611E-A90226F1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C51BA3-40D1-A14E-5E21-02EA2690D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4A6ACC-5D44-B7D9-B656-0FC6AAC40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6A3A0CF-5D04-4DAE-B546-EBF1A2CC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56A219-F30E-2B29-A2F9-68E9BC26E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A125B70-4DA0-32A0-49EA-966FB735AE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87841F-0DF7-4AFE-B0EC-AA79A3C4A6FE}" type="datetime1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C74853-B707-E91A-B854-B0E6BA393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126495-D596-BF15-2D1E-C476B3A4D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32068" y="5193376"/>
            <a:ext cx="2743200" cy="365125"/>
          </a:xfrm>
          <a:prstGeom prst="rect">
            <a:avLst/>
          </a:prstGeom>
        </p:spPr>
        <p:txBody>
          <a:bodyPr/>
          <a:lstStyle/>
          <a:p>
            <a:fld id="{EB7AAF40-E998-428D-A12B-A019605DF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7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416D6-2C31-C92F-8C77-E0EC0991E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E931819-4244-F417-5137-0AE069E670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896D29-6CA5-44CF-976D-E447D03C5C18}" type="datetime1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655B6F-4BAD-CD9A-B82E-484611F78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7E7E08-9368-D190-B760-1D62124D6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32068" y="5193376"/>
            <a:ext cx="2743200" cy="365125"/>
          </a:xfrm>
          <a:prstGeom prst="rect">
            <a:avLst/>
          </a:prstGeom>
        </p:spPr>
        <p:txBody>
          <a:bodyPr/>
          <a:lstStyle/>
          <a:p>
            <a:fld id="{EB7AAF40-E998-428D-A12B-A019605DF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481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5E4D82-CAA3-0B2D-CE57-763069FF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720A175-4C5C-4DAF-8FDC-8716D694E38F}" type="datetime1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5EBEEA-6F80-7812-5A68-E20A608AF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F5DB04-CBA7-0921-037D-CCA4BC8C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32068" y="5193376"/>
            <a:ext cx="2743200" cy="365125"/>
          </a:xfrm>
          <a:prstGeom prst="rect">
            <a:avLst/>
          </a:prstGeom>
        </p:spPr>
        <p:txBody>
          <a:bodyPr/>
          <a:lstStyle/>
          <a:p>
            <a:fld id="{EB7AAF40-E998-428D-A12B-A019605DF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8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F55D5-E0D1-651E-4818-E269ED401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88B02-5A8D-77C5-62EB-252C06A68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1C2987-E9F3-2E5B-9307-A40051AF1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BCBF-789E-B52A-3299-ADAE8774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92ECE1-964C-46E2-9465-4E34ADFC9CD6}" type="datetime1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90613B-81D8-8DA4-1DC2-E59764C3D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DB1005-3420-4D0A-BBCD-2172BC11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32068" y="5193376"/>
            <a:ext cx="2743200" cy="365125"/>
          </a:xfrm>
          <a:prstGeom prst="rect">
            <a:avLst/>
          </a:prstGeom>
        </p:spPr>
        <p:txBody>
          <a:bodyPr/>
          <a:lstStyle/>
          <a:p>
            <a:fld id="{EB7AAF40-E998-428D-A12B-A019605DF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97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9FE734-C45A-50B8-2CD5-16AF45149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02190B-489E-8AEE-ED09-D103FBC9A3F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AFB670-ED65-D692-2E41-28CB14B82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1EDA9F-282C-A873-A6CE-E528F88C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663BB7-A15F-43E8-B104-B9BBE438F46A}" type="datetime1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1E6ECE-EE7A-A6FB-BB98-02FD77F3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3B23AE-4D30-3BEF-7AF9-3C7A259A4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32068" y="5193376"/>
            <a:ext cx="2743200" cy="365125"/>
          </a:xfrm>
          <a:prstGeom prst="rect">
            <a:avLst/>
          </a:prstGeom>
        </p:spPr>
        <p:txBody>
          <a:bodyPr/>
          <a:lstStyle/>
          <a:p>
            <a:fld id="{EB7AAF40-E998-428D-A12B-A019605DF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93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005A85-419D-B8B8-6426-33FAB946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E87F46-217F-F447-D7D9-527C25F6B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FFBDF0-5BFB-6185-B0FB-71B6182D27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BFF07BA-59D2-4801-94A9-BA7A0C13072A}" type="datetime1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A4A838-A3B9-45C8-FB5B-1B28A5612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0DC97-BDEC-5267-DB56-51F15F2D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32068" y="5193376"/>
            <a:ext cx="2743200" cy="365125"/>
          </a:xfrm>
          <a:prstGeom prst="rect">
            <a:avLst/>
          </a:prstGeom>
        </p:spPr>
        <p:txBody>
          <a:bodyPr/>
          <a:lstStyle/>
          <a:p>
            <a:fld id="{EB7AAF40-E998-428D-A12B-A019605DF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68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7434EE8-D35E-1743-F1E4-60B8C7202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384421-55A4-140D-4DE3-C0D4516CD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2EA6BD-2C3D-8B67-2235-2C7F1B8E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1BEAFA-2309-44F2-AB82-E561F5E2FD58}" type="datetime1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1FFF33-AC08-E546-2FEB-71720EA50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DFAF0-3216-59D7-0BD1-1C75684E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32068" y="5193376"/>
            <a:ext cx="2743200" cy="365125"/>
          </a:xfrm>
          <a:prstGeom prst="rect">
            <a:avLst/>
          </a:prstGeom>
        </p:spPr>
        <p:txBody>
          <a:bodyPr/>
          <a:lstStyle/>
          <a:p>
            <a:fld id="{EB7AAF40-E998-428D-A12B-A019605DF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608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DA73F5-DD79-C1DF-CC46-AAF93EE92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40E1E4-6805-46A7-42D9-E22808EF5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087E9-8762-3035-347C-46DEB43C7733}"/>
              </a:ext>
            </a:extLst>
          </p:cNvPr>
          <p:cNvSpPr txBox="1"/>
          <p:nvPr userDrawn="1"/>
        </p:nvSpPr>
        <p:spPr>
          <a:xfrm>
            <a:off x="11475137" y="6581001"/>
            <a:ext cx="7168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D02E654-6CD6-4F61-A9DE-693D35A528F5}" type="slidenum">
              <a:rPr lang="ko-KR" altLang="en-US" sz="1200" smtClean="0"/>
              <a:t>‹#›</a:t>
            </a:fld>
            <a:r>
              <a:rPr lang="ko-KR" altLang="en-US" sz="1200"/>
              <a:t> </a:t>
            </a:r>
            <a:r>
              <a:rPr lang="en-US" altLang="ko-KR" sz="1200"/>
              <a:t>/ 18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753409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27A82F6B-D32B-0ECE-19FC-82AAA5F3C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A86D488C-B0D9-A8C9-D456-4858FF0C1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ko-KR" sz="1800"/>
              <a:t>2차원 환경에서 단일 요격자와 단일 타겟의 상태를 기반으로 PN(Proportional Navigation) 유도법칙을 적용하고, 요격자의 유도 명령을 생성·검증할 수 있는 MATLAB 기반 소프트웨어를 개발</a:t>
            </a:r>
            <a:endParaRPr lang="en-US" altLang="ko-KR" sz="1800"/>
          </a:p>
          <a:p>
            <a:r>
              <a:rPr lang="ko-KR" altLang="en-US" sz="1800"/>
              <a:t>소프트웨어 개발 생명 주기 모델 </a:t>
            </a:r>
            <a:r>
              <a:rPr lang="en-US" altLang="ko-KR" sz="1800"/>
              <a:t>– V </a:t>
            </a:r>
            <a:r>
              <a:rPr lang="ko-KR" altLang="en-US" sz="1800"/>
              <a:t>모델</a:t>
            </a:r>
            <a:endParaRPr lang="en-US" altLang="ko-KR" sz="180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7E8D01D-3BBB-9B28-9AED-AD1BBB52D708}"/>
              </a:ext>
            </a:extLst>
          </p:cNvPr>
          <p:cNvSpPr/>
          <p:nvPr/>
        </p:nvSpPr>
        <p:spPr>
          <a:xfrm>
            <a:off x="1771650" y="2914650"/>
            <a:ext cx="200025" cy="2095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3BB2682-A57C-C0CE-FC7B-E00DB125C384}"/>
              </a:ext>
            </a:extLst>
          </p:cNvPr>
          <p:cNvSpPr/>
          <p:nvPr/>
        </p:nvSpPr>
        <p:spPr>
          <a:xfrm>
            <a:off x="9096375" y="2914650"/>
            <a:ext cx="200025" cy="2095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7CC0F9F-4342-8F5E-1E43-050D844BF209}"/>
              </a:ext>
            </a:extLst>
          </p:cNvPr>
          <p:cNvCxnSpPr>
            <a:stCxn id="15" idx="6"/>
            <a:endCxn id="16" idx="2"/>
          </p:cNvCxnSpPr>
          <p:nvPr/>
        </p:nvCxnSpPr>
        <p:spPr>
          <a:xfrm>
            <a:off x="1971675" y="3019425"/>
            <a:ext cx="71247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8C08067-2167-EDAF-4FDE-57AB00ABC4B2}"/>
              </a:ext>
            </a:extLst>
          </p:cNvPr>
          <p:cNvSpPr txBox="1"/>
          <p:nvPr/>
        </p:nvSpPr>
        <p:spPr>
          <a:xfrm>
            <a:off x="1428271" y="3154363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/>
              <a:t>Missile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BC8BD4-FB82-610A-DEF4-3FC359B7E051}"/>
              </a:ext>
            </a:extLst>
          </p:cNvPr>
          <p:cNvSpPr txBox="1"/>
          <p:nvPr/>
        </p:nvSpPr>
        <p:spPr>
          <a:xfrm>
            <a:off x="8784641" y="3154363"/>
            <a:ext cx="823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/>
              <a:t>Target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E59D61-34C3-068D-BD86-AC22B02E9DE5}"/>
                  </a:ext>
                </a:extLst>
              </p:cNvPr>
              <p:cNvSpPr txBox="1"/>
              <p:nvPr/>
            </p:nvSpPr>
            <p:spPr>
              <a:xfrm>
                <a:off x="695325" y="3733800"/>
                <a:ext cx="36957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Missile State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ko-KR" b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Environment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2D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Guidance law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Proportional Navigation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Control Input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endParaRPr lang="en-US" altLang="ko-KR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E59D61-34C3-068D-BD86-AC22B02E9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5" y="3733800"/>
                <a:ext cx="3695700" cy="2308324"/>
              </a:xfrm>
              <a:prstGeom prst="rect">
                <a:avLst/>
              </a:prstGeom>
              <a:blipFill>
                <a:blip r:embed="rId2"/>
                <a:stretch>
                  <a:fillRect l="-990" t="-1587" b="-26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그림 26">
            <a:extLst>
              <a:ext uri="{FF2B5EF4-FFF2-40B4-BE49-F238E27FC236}">
                <a16:creationId xmlns:a16="http://schemas.microsoft.com/office/drawing/2014/main" id="{F71DBDCD-5F3E-007C-4A18-84D36C031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136" y="3523695"/>
            <a:ext cx="3519964" cy="256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9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407D2-A724-F053-20A1-0714CBD6B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D228C32A-00A7-4B2E-9869-89ECF572F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/>
            </a:br>
            <a:r>
              <a:rPr lang="en-US" altLang="ko-KR" sz="2000"/>
              <a:t>- Step 1. </a:t>
            </a:r>
            <a:r>
              <a:rPr lang="ko-KR" altLang="en-US" sz="2000"/>
              <a:t>요구사항 분석 </a:t>
            </a:r>
            <a:r>
              <a:rPr lang="en-US" altLang="ko-KR" sz="2000"/>
              <a:t>– </a:t>
            </a:r>
            <a:r>
              <a:rPr lang="ko-KR" altLang="en-US" sz="2000"/>
              <a:t>시스템 범위 및 요구사항</a:t>
            </a:r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9AD8636D-B2AE-A131-1657-F5AFBDB53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ko-KR" altLang="en-US" sz="1800"/>
              <a:t>시스템 범위</a:t>
            </a:r>
            <a:endParaRPr lang="en-US" altLang="ko-KR" sz="1800"/>
          </a:p>
          <a:p>
            <a:pPr lvl="1"/>
            <a:r>
              <a:rPr lang="ko-KR" altLang="ko-KR" sz="1400"/>
              <a:t>2차원 평면 환경</a:t>
            </a:r>
          </a:p>
          <a:p>
            <a:pPr lvl="1"/>
            <a:r>
              <a:rPr lang="ko-KR" altLang="ko-KR" sz="1400"/>
              <a:t>단일 요격자 / 단일 타겟</a:t>
            </a:r>
          </a:p>
          <a:p>
            <a:pPr lvl="1"/>
            <a:r>
              <a:rPr lang="ko-KR" altLang="ko-KR" sz="1400"/>
              <a:t>PN 유도법칙</a:t>
            </a:r>
          </a:p>
          <a:p>
            <a:pPr lvl="1"/>
            <a:r>
              <a:rPr lang="ko-KR" altLang="ko-KR" sz="1400"/>
              <a:t>초기조건 및 시뮬레이션 조건 설정</a:t>
            </a:r>
          </a:p>
          <a:p>
            <a:pPr lvl="1"/>
            <a:r>
              <a:rPr lang="ko-KR" altLang="ko-KR" sz="1400"/>
              <a:t>요격 시뮬레이션 및 결과 분석</a:t>
            </a:r>
          </a:p>
          <a:p>
            <a:pPr marL="0" indent="0">
              <a:buNone/>
            </a:pPr>
            <a:endParaRPr lang="en-US" altLang="ko-KR" sz="180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FF68B90-3DD3-1211-24A5-FC46D5728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428306"/>
              </p:ext>
            </p:extLst>
          </p:nvPr>
        </p:nvGraphicFramePr>
        <p:xfrm>
          <a:off x="1126331" y="3810321"/>
          <a:ext cx="9939338" cy="23666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5831">
                  <a:extLst>
                    <a:ext uri="{9D8B030D-6E8A-4147-A177-3AD203B41FA5}">
                      <a16:colId xmlns:a16="http://schemas.microsoft.com/office/drawing/2014/main" val="423730566"/>
                    </a:ext>
                  </a:extLst>
                </a:gridCol>
                <a:gridCol w="7463507">
                  <a:extLst>
                    <a:ext uri="{9D8B030D-6E8A-4147-A177-3AD203B41FA5}">
                      <a16:colId xmlns:a16="http://schemas.microsoft.com/office/drawing/2014/main" val="3278343212"/>
                    </a:ext>
                  </a:extLst>
                </a:gridCol>
              </a:tblGrid>
              <a:tr h="4238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요구사항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1915234"/>
                  </a:ext>
                </a:extLst>
              </a:tr>
              <a:tr h="388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REQ-001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시스템은 2차원 환경에서 요격자와 타겟의 운동을 모사해야 한다.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120594"/>
                  </a:ext>
                </a:extLst>
              </a:tr>
              <a:tr h="388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REQ-002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시스템은 요격자와 타겟의 초기조건을 설정할 수 있어야 한다.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9628854"/>
                  </a:ext>
                </a:extLst>
              </a:tr>
              <a:tr h="388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REQ-003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시스템은 PN 유도법칙을 이용하여 요격 명령을 생성해야 한다.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4494062"/>
                  </a:ext>
                </a:extLst>
              </a:tr>
              <a:tr h="388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REQ-004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시스템은 설정된 조건에 따라 요격 시뮬레이션을 수행해야 한다.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540547"/>
                  </a:ext>
                </a:extLst>
              </a:tr>
              <a:tr h="388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REQ-005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시스템은 요격 궤적과 요격 결과를 제공해야 한다.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1781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8155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A0D75-A7BD-87A3-23FE-B2B552FC7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8577A649-87BD-37FE-93CE-7690BA9B0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 sz="2000"/>
            </a:br>
            <a:r>
              <a:rPr lang="en-US" altLang="ko-KR" sz="2000"/>
              <a:t>Step 2. </a:t>
            </a:r>
            <a:r>
              <a:rPr lang="ko-KR" altLang="en-US" sz="2000"/>
              <a:t>시스템 설계 </a:t>
            </a:r>
            <a:r>
              <a:rPr lang="en-US" altLang="ko-KR" sz="2000"/>
              <a:t>– </a:t>
            </a:r>
            <a:r>
              <a:rPr lang="ko-KR" altLang="en-US" sz="2000"/>
              <a:t>시스템 기능 구성</a:t>
            </a:r>
            <a:endParaRPr lang="ko-KR" altLang="en-US"/>
          </a:p>
        </p:txBody>
      </p:sp>
      <p:graphicFrame>
        <p:nvGraphicFramePr>
          <p:cNvPr id="13" name="내용 개체 틀 12">
            <a:extLst>
              <a:ext uri="{FF2B5EF4-FFF2-40B4-BE49-F238E27FC236}">
                <a16:creationId xmlns:a16="http://schemas.microsoft.com/office/drawing/2014/main" id="{AA76F0DC-A62D-46AE-9938-C3606A8A14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3995520"/>
              </p:ext>
            </p:extLst>
          </p:nvPr>
        </p:nvGraphicFramePr>
        <p:xfrm>
          <a:off x="1619250" y="2277269"/>
          <a:ext cx="8953500" cy="2712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1054">
                  <a:extLst>
                    <a:ext uri="{9D8B030D-6E8A-4147-A177-3AD203B41FA5}">
                      <a16:colId xmlns:a16="http://schemas.microsoft.com/office/drawing/2014/main" val="1753638492"/>
                    </a:ext>
                  </a:extLst>
                </a:gridCol>
                <a:gridCol w="6812446">
                  <a:extLst>
                    <a:ext uri="{9D8B030D-6E8A-4147-A177-3AD203B41FA5}">
                      <a16:colId xmlns:a16="http://schemas.microsoft.com/office/drawing/2014/main" val="6460517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역할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193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/>
                        <a:t>조건 설정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/>
                        <a:t>초기 상태, 속도, PN 계수, 시뮬레이션 및 환경조건 설정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2544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/>
                        <a:t>상대운동 계산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/>
                        <a:t>요격자와 타겟의 상대적인 기하관계 계산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290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/>
                        <a:t>유도 명령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/>
                        <a:t>상대운동 정보를 이용하여 PN 유도 명령 생성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120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/>
                        <a:t>운동 계산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/>
                        <a:t>유도 명령에 따른 요격자와 타겟의 운동 계산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481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/>
                        <a:t>시뮬레이션 수행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/>
                        <a:t>시간 진행에 따라 전체 시스템 반복 수행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1377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/>
                        <a:t>결과 평가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/>
                        <a:t>요격 여부 및 요격 성능 계산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609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/>
                        <a:t>결과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/>
                        <a:t>궤적 및 시뮬레이션 결과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7422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3563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2FE60-CBF1-EECA-E190-697BDD17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327A7518-4643-A209-7873-0A5581384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 sz="2000"/>
            </a:br>
            <a:r>
              <a:rPr lang="en-US" altLang="ko-KR" sz="2000"/>
              <a:t>Step 3. </a:t>
            </a:r>
            <a:r>
              <a:rPr lang="ko-KR" altLang="en-US" sz="2000"/>
              <a:t>소프트웨어 아키텍처 설계</a:t>
            </a:r>
            <a:endParaRPr lang="ko-KR" altLang="en-US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800EF6A3-DE94-0D61-9866-DA001291B492}"/>
              </a:ext>
            </a:extLst>
          </p:cNvPr>
          <p:cNvGrpSpPr/>
          <p:nvPr/>
        </p:nvGrpSpPr>
        <p:grpSpPr>
          <a:xfrm>
            <a:off x="585787" y="1501380"/>
            <a:ext cx="11020425" cy="3375420"/>
            <a:chOff x="585787" y="2768205"/>
            <a:chExt cx="11020425" cy="3375420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6FD90DC3-F09E-7552-540D-E498E1EC9C77}"/>
                </a:ext>
              </a:extLst>
            </p:cNvPr>
            <p:cNvGrpSpPr/>
            <p:nvPr/>
          </p:nvGrpSpPr>
          <p:grpSpPr>
            <a:xfrm>
              <a:off x="585787" y="2768205"/>
              <a:ext cx="11020425" cy="3211110"/>
              <a:chOff x="0" y="2053830"/>
              <a:chExt cx="11020425" cy="3211110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2CFE05EC-7324-5F91-5892-BE9534509FBE}"/>
                  </a:ext>
                </a:extLst>
              </p:cNvPr>
              <p:cNvSpPr/>
              <p:nvPr/>
            </p:nvSpPr>
            <p:spPr>
              <a:xfrm>
                <a:off x="0" y="3429000"/>
                <a:ext cx="1543050" cy="91678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>
                    <a:solidFill>
                      <a:schemeClr val="tx1"/>
                    </a:solidFill>
                  </a:rPr>
                  <a:t>Configuration</a:t>
                </a:r>
              </a:p>
              <a:p>
                <a:pPr algn="ctr"/>
                <a:r>
                  <a:rPr lang="ko-KR" altLang="en-US" sz="1200">
                    <a:solidFill>
                      <a:schemeClr val="tx1"/>
                    </a:solidFill>
                  </a:rPr>
                  <a:t>초기조건 </a:t>
                </a:r>
                <a:r>
                  <a:rPr lang="en-US" altLang="ko-KR" sz="1200">
                    <a:solidFill>
                      <a:schemeClr val="tx1"/>
                    </a:solidFill>
                  </a:rPr>
                  <a:t>/ N / dt</a:t>
                </a:r>
                <a:endParaRPr lang="ko-KR" altLang="en-US" sz="120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직사각형 7">
                    <a:extLst>
                      <a:ext uri="{FF2B5EF4-FFF2-40B4-BE49-F238E27FC236}">
                        <a16:creationId xmlns:a16="http://schemas.microsoft.com/office/drawing/2014/main" id="{104699BF-389E-87B0-F410-F30D805895FE}"/>
                      </a:ext>
                    </a:extLst>
                  </p:cNvPr>
                  <p:cNvSpPr/>
                  <p:nvPr/>
                </p:nvSpPr>
                <p:spPr>
                  <a:xfrm>
                    <a:off x="1895475" y="2512220"/>
                    <a:ext cx="1543050" cy="91678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>
                        <a:solidFill>
                          <a:schemeClr val="tx1"/>
                        </a:solidFill>
                      </a:rPr>
                      <a:t>Pursuer state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 sz="12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직사각형 7">
                    <a:extLst>
                      <a:ext uri="{FF2B5EF4-FFF2-40B4-BE49-F238E27FC236}">
                        <a16:creationId xmlns:a16="http://schemas.microsoft.com/office/drawing/2014/main" id="{104699BF-389E-87B0-F410-F30D805895F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5475" y="2512220"/>
                    <a:ext cx="1543050" cy="91678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직사각형 9">
                    <a:extLst>
                      <a:ext uri="{FF2B5EF4-FFF2-40B4-BE49-F238E27FC236}">
                        <a16:creationId xmlns:a16="http://schemas.microsoft.com/office/drawing/2014/main" id="{40005DE1-79EA-0D9A-D155-D619B80E65D7}"/>
                      </a:ext>
                    </a:extLst>
                  </p:cNvPr>
                  <p:cNvSpPr/>
                  <p:nvPr/>
                </p:nvSpPr>
                <p:spPr>
                  <a:xfrm>
                    <a:off x="1895475" y="4348160"/>
                    <a:ext cx="1543050" cy="91678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>
                        <a:solidFill>
                          <a:schemeClr val="tx1"/>
                        </a:solidFill>
                      </a:rPr>
                      <a:t>Target state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 sz="12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직사각형 9">
                    <a:extLst>
                      <a:ext uri="{FF2B5EF4-FFF2-40B4-BE49-F238E27FC236}">
                        <a16:creationId xmlns:a16="http://schemas.microsoft.com/office/drawing/2014/main" id="{40005DE1-79EA-0D9A-D155-D619B80E65D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5475" y="4348160"/>
                    <a:ext cx="1543050" cy="9167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연결선: 꺾임 11">
                <a:extLst>
                  <a:ext uri="{FF2B5EF4-FFF2-40B4-BE49-F238E27FC236}">
                    <a16:creationId xmlns:a16="http://schemas.microsoft.com/office/drawing/2014/main" id="{117A155F-47A6-AE52-115F-56546A0DA025}"/>
                  </a:ext>
                </a:extLst>
              </p:cNvPr>
              <p:cNvCxnSpPr>
                <a:cxnSpLocks/>
                <a:stCxn id="4" idx="3"/>
                <a:endCxn id="8" idx="1"/>
              </p:cNvCxnSpPr>
              <p:nvPr/>
            </p:nvCxnSpPr>
            <p:spPr>
              <a:xfrm flipV="1">
                <a:off x="1543050" y="2970610"/>
                <a:ext cx="352425" cy="916780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연결선: 꺾임 13">
                <a:extLst>
                  <a:ext uri="{FF2B5EF4-FFF2-40B4-BE49-F238E27FC236}">
                    <a16:creationId xmlns:a16="http://schemas.microsoft.com/office/drawing/2014/main" id="{EEAF75D1-ED77-8B43-18CC-E6A8F567BB5F}"/>
                  </a:ext>
                </a:extLst>
              </p:cNvPr>
              <p:cNvCxnSpPr>
                <a:cxnSpLocks/>
                <a:stCxn id="4" idx="3"/>
                <a:endCxn id="10" idx="1"/>
              </p:cNvCxnSpPr>
              <p:nvPr/>
            </p:nvCxnSpPr>
            <p:spPr>
              <a:xfrm>
                <a:off x="1543050" y="3887390"/>
                <a:ext cx="352425" cy="919160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89BAA289-D67F-B654-7E5A-F3E6F679D838}"/>
                      </a:ext>
                    </a:extLst>
                  </p:cNvPr>
                  <p:cNvSpPr/>
                  <p:nvPr/>
                </p:nvSpPr>
                <p:spPr>
                  <a:xfrm>
                    <a:off x="3790950" y="3429000"/>
                    <a:ext cx="1543050" cy="91678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>
                        <a:solidFill>
                          <a:schemeClr val="tx1"/>
                        </a:solidFill>
                      </a:rPr>
                      <a:t>Relative geometry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  <m: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</m:acc>
                                  <m: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 sz="12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89BAA289-D67F-B654-7E5A-F3E6F679D83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90950" y="3429000"/>
                    <a:ext cx="1543050" cy="91678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" name="연결선: 꺾임 23">
                <a:extLst>
                  <a:ext uri="{FF2B5EF4-FFF2-40B4-BE49-F238E27FC236}">
                    <a16:creationId xmlns:a16="http://schemas.microsoft.com/office/drawing/2014/main" id="{CE823120-ACB9-595A-2434-1CA0AA528656}"/>
                  </a:ext>
                </a:extLst>
              </p:cNvPr>
              <p:cNvCxnSpPr>
                <a:stCxn id="8" idx="3"/>
                <a:endCxn id="22" idx="1"/>
              </p:cNvCxnSpPr>
              <p:nvPr/>
            </p:nvCxnSpPr>
            <p:spPr>
              <a:xfrm>
                <a:off x="3438525" y="2970610"/>
                <a:ext cx="352425" cy="916780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연결선: 꺾임 24">
                <a:extLst>
                  <a:ext uri="{FF2B5EF4-FFF2-40B4-BE49-F238E27FC236}">
                    <a16:creationId xmlns:a16="http://schemas.microsoft.com/office/drawing/2014/main" id="{F7975C77-5E01-5C03-D2AF-25BCF7B2F574}"/>
                  </a:ext>
                </a:extLst>
              </p:cNvPr>
              <p:cNvCxnSpPr>
                <a:cxnSpLocks/>
                <a:stCxn id="10" idx="3"/>
                <a:endCxn id="22" idx="1"/>
              </p:cNvCxnSpPr>
              <p:nvPr/>
            </p:nvCxnSpPr>
            <p:spPr>
              <a:xfrm flipV="1">
                <a:off x="3438525" y="3887390"/>
                <a:ext cx="352425" cy="919160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직사각형 29">
                    <a:extLst>
                      <a:ext uri="{FF2B5EF4-FFF2-40B4-BE49-F238E27FC236}">
                        <a16:creationId xmlns:a16="http://schemas.microsoft.com/office/drawing/2014/main" id="{C7EAF2C5-55CC-655B-9481-D1999B41CA1D}"/>
                      </a:ext>
                    </a:extLst>
                  </p:cNvPr>
                  <p:cNvSpPr/>
                  <p:nvPr/>
                </p:nvSpPr>
                <p:spPr>
                  <a:xfrm>
                    <a:off x="5686425" y="3431381"/>
                    <a:ext cx="1543050" cy="91678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>
                        <a:solidFill>
                          <a:schemeClr val="tx1"/>
                        </a:solidFill>
                      </a:rPr>
                      <a:t>PN Guidance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acc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m:oMathPara>
                    </a14:m>
                    <a:endParaRPr lang="ko-KR" altLang="en-US" sz="12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직사각형 29">
                    <a:extLst>
                      <a:ext uri="{FF2B5EF4-FFF2-40B4-BE49-F238E27FC236}">
                        <a16:creationId xmlns:a16="http://schemas.microsoft.com/office/drawing/2014/main" id="{C7EAF2C5-55CC-655B-9481-D1999B41CA1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425" y="3431381"/>
                    <a:ext cx="1543050" cy="91678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62AAE00A-19E5-BB50-09DA-5D8FC117269A}"/>
                  </a:ext>
                </a:extLst>
              </p:cNvPr>
              <p:cNvCxnSpPr>
                <a:stCxn id="22" idx="3"/>
                <a:endCxn id="30" idx="1"/>
              </p:cNvCxnSpPr>
              <p:nvPr/>
            </p:nvCxnSpPr>
            <p:spPr>
              <a:xfrm>
                <a:off x="5334000" y="3887390"/>
                <a:ext cx="352425" cy="238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직사각형 34">
                    <a:extLst>
                      <a:ext uri="{FF2B5EF4-FFF2-40B4-BE49-F238E27FC236}">
                        <a16:creationId xmlns:a16="http://schemas.microsoft.com/office/drawing/2014/main" id="{F6F155E0-20CC-2546-E82F-7CC8C1DE3E67}"/>
                      </a:ext>
                    </a:extLst>
                  </p:cNvPr>
                  <p:cNvSpPr/>
                  <p:nvPr/>
                </p:nvSpPr>
                <p:spPr>
                  <a:xfrm>
                    <a:off x="7581900" y="3429000"/>
                    <a:ext cx="1543050" cy="91678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>
                        <a:solidFill>
                          <a:schemeClr val="tx1"/>
                        </a:solidFill>
                      </a:rPr>
                      <a:t>Command Mapper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𝑐𝑚𝑑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2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직사각형 34">
                    <a:extLst>
                      <a:ext uri="{FF2B5EF4-FFF2-40B4-BE49-F238E27FC236}">
                        <a16:creationId xmlns:a16="http://schemas.microsoft.com/office/drawing/2014/main" id="{F6F155E0-20CC-2546-E82F-7CC8C1DE3E6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81900" y="3429000"/>
                    <a:ext cx="1543050" cy="91678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C15D1FCE-4AE1-0681-1E86-EE61FA2513E4}"/>
                  </a:ext>
                </a:extLst>
              </p:cNvPr>
              <p:cNvCxnSpPr>
                <a:cxnSpLocks/>
                <a:stCxn id="30" idx="3"/>
                <a:endCxn id="35" idx="1"/>
              </p:cNvCxnSpPr>
              <p:nvPr/>
            </p:nvCxnSpPr>
            <p:spPr>
              <a:xfrm flipV="1">
                <a:off x="7229475" y="3887390"/>
                <a:ext cx="352425" cy="238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B364089E-C1C7-C5FA-1FB0-FB94DCC406F5}"/>
                  </a:ext>
                </a:extLst>
              </p:cNvPr>
              <p:cNvSpPr/>
              <p:nvPr/>
            </p:nvSpPr>
            <p:spPr>
              <a:xfrm>
                <a:off x="9477375" y="3429000"/>
                <a:ext cx="1543050" cy="91678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>
                    <a:solidFill>
                      <a:schemeClr val="tx1"/>
                    </a:solidFill>
                  </a:rPr>
                  <a:t>kinematics</a:t>
                </a:r>
              </a:p>
              <a:p>
                <a:pPr algn="ctr"/>
                <a:r>
                  <a:rPr lang="en-US" altLang="ko-KR" sz="1200">
                    <a:solidFill>
                      <a:schemeClr val="tx1"/>
                    </a:solidFill>
                  </a:rPr>
                  <a:t>State update</a:t>
                </a:r>
                <a:endParaRPr lang="ko-KR" altLang="en-US" sz="12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직선 화살표 연결선 41">
                <a:extLst>
                  <a:ext uri="{FF2B5EF4-FFF2-40B4-BE49-F238E27FC236}">
                    <a16:creationId xmlns:a16="http://schemas.microsoft.com/office/drawing/2014/main" id="{B5687764-048C-B3FA-6E5E-E51E0D1B8501}"/>
                  </a:ext>
                </a:extLst>
              </p:cNvPr>
              <p:cNvCxnSpPr>
                <a:cxnSpLocks/>
                <a:stCxn id="35" idx="3"/>
                <a:endCxn id="41" idx="1"/>
              </p:cNvCxnSpPr>
              <p:nvPr/>
            </p:nvCxnSpPr>
            <p:spPr>
              <a:xfrm>
                <a:off x="9124950" y="3887390"/>
                <a:ext cx="35242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직사각형 66">
                    <a:extLst>
                      <a:ext uri="{FF2B5EF4-FFF2-40B4-BE49-F238E27FC236}">
                        <a16:creationId xmlns:a16="http://schemas.microsoft.com/office/drawing/2014/main" id="{976D690B-53A1-6B50-0558-44EC413D71F5}"/>
                      </a:ext>
                    </a:extLst>
                  </p:cNvPr>
                  <p:cNvSpPr/>
                  <p:nvPr/>
                </p:nvSpPr>
                <p:spPr>
                  <a:xfrm>
                    <a:off x="9477375" y="2053830"/>
                    <a:ext cx="1543050" cy="91678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>
                        <a:solidFill>
                          <a:schemeClr val="tx1"/>
                        </a:solidFill>
                      </a:rPr>
                      <a:t>Environment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2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직사각형 66">
                    <a:extLst>
                      <a:ext uri="{FF2B5EF4-FFF2-40B4-BE49-F238E27FC236}">
                        <a16:creationId xmlns:a16="http://schemas.microsoft.com/office/drawing/2014/main" id="{976D690B-53A1-6B50-0558-44EC413D71F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7375" y="2053830"/>
                    <a:ext cx="1543050" cy="91678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2C12F64E-200F-C816-22BC-15F724955135}"/>
                </a:ext>
              </a:extLst>
            </p:cNvPr>
            <p:cNvCxnSpPr>
              <a:cxnSpLocks/>
              <a:stCxn id="67" idx="2"/>
              <a:endCxn id="41" idx="0"/>
            </p:cNvCxnSpPr>
            <p:nvPr/>
          </p:nvCxnSpPr>
          <p:spPr>
            <a:xfrm>
              <a:off x="10834687" y="3684985"/>
              <a:ext cx="0" cy="4583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6D6617A3-5152-EEC5-CC53-25700D75AFB7}"/>
                </a:ext>
              </a:extLst>
            </p:cNvPr>
            <p:cNvCxnSpPr>
              <a:cxnSpLocks/>
            </p:cNvCxnSpPr>
            <p:nvPr/>
          </p:nvCxnSpPr>
          <p:spPr>
            <a:xfrm>
              <a:off x="2276474" y="3038475"/>
              <a:ext cx="0" cy="310515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6F6FABAA-90EC-62F8-4C00-B4057D4E5074}"/>
                </a:ext>
              </a:extLst>
            </p:cNvPr>
            <p:cNvCxnSpPr>
              <a:cxnSpLocks/>
            </p:cNvCxnSpPr>
            <p:nvPr/>
          </p:nvCxnSpPr>
          <p:spPr>
            <a:xfrm>
              <a:off x="4200524" y="3038475"/>
              <a:ext cx="0" cy="310515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19BDBBCD-F601-B862-DBF3-2367F9F7C956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3038475"/>
              <a:ext cx="0" cy="310515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9C0591A2-2A5A-31AC-B9BB-672235F2E976}"/>
                </a:ext>
              </a:extLst>
            </p:cNvPr>
            <p:cNvCxnSpPr>
              <a:cxnSpLocks/>
            </p:cNvCxnSpPr>
            <p:nvPr/>
          </p:nvCxnSpPr>
          <p:spPr>
            <a:xfrm>
              <a:off x="7972423" y="3133725"/>
              <a:ext cx="0" cy="300990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88F9BAC9-E472-E905-E4FB-86A723B2E8A9}"/>
                </a:ext>
              </a:extLst>
            </p:cNvPr>
            <p:cNvCxnSpPr>
              <a:cxnSpLocks/>
            </p:cNvCxnSpPr>
            <p:nvPr/>
          </p:nvCxnSpPr>
          <p:spPr>
            <a:xfrm>
              <a:off x="9886949" y="3133725"/>
              <a:ext cx="0" cy="300990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5DDE8D90-F418-2CD6-6DA6-4A9730812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045112"/>
              </p:ext>
            </p:extLst>
          </p:nvPr>
        </p:nvGraphicFramePr>
        <p:xfrm>
          <a:off x="838199" y="5086112"/>
          <a:ext cx="10515600" cy="1036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6375">
                  <a:extLst>
                    <a:ext uri="{9D8B030D-6E8A-4147-A177-3AD203B41FA5}">
                      <a16:colId xmlns:a16="http://schemas.microsoft.com/office/drawing/2014/main" val="2499548257"/>
                    </a:ext>
                  </a:extLst>
                </a:gridCol>
                <a:gridCol w="9039225">
                  <a:extLst>
                    <a:ext uri="{9D8B030D-6E8A-4147-A177-3AD203B41FA5}">
                      <a16:colId xmlns:a16="http://schemas.microsoft.com/office/drawing/2014/main" val="41749774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5359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요격자/타겟 초기조건, 비행조건, PN 설정값, 환경조건, 시뮬레이션 조건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900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요격자/타겟 궤적, 상대거리, 유도 결과, 요격 여부 및 성능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328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867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5D547-0FD7-7F7F-CDCD-A2FA70041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6A49E39E-A0DF-E293-83F4-DC167E53A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 sz="2000"/>
            </a:br>
            <a:r>
              <a:rPr lang="en-US" altLang="ko-KR" sz="2000"/>
              <a:t>Step 3. </a:t>
            </a:r>
            <a:r>
              <a:rPr lang="ko-KR" altLang="en-US" sz="2000"/>
              <a:t>소프트웨어 아키텍처 설계 </a:t>
            </a:r>
            <a:r>
              <a:rPr lang="en-US" altLang="ko-KR" sz="2000"/>
              <a:t>– </a:t>
            </a:r>
            <a:r>
              <a:rPr lang="ko-KR" altLang="en-US" sz="2000"/>
              <a:t>모듈 구성</a:t>
            </a:r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FD5A8C1-147F-61D7-C963-60C3CFC7F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014224"/>
              </p:ext>
            </p:extLst>
          </p:nvPr>
        </p:nvGraphicFramePr>
        <p:xfrm>
          <a:off x="838200" y="1934369"/>
          <a:ext cx="10515600" cy="2712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95625">
                  <a:extLst>
                    <a:ext uri="{9D8B030D-6E8A-4147-A177-3AD203B41FA5}">
                      <a16:colId xmlns:a16="http://schemas.microsoft.com/office/drawing/2014/main" val="1143477339"/>
                    </a:ext>
                  </a:extLst>
                </a:gridCol>
                <a:gridCol w="7419975">
                  <a:extLst>
                    <a:ext uri="{9D8B030D-6E8A-4147-A177-3AD203B41FA5}">
                      <a16:colId xmlns:a16="http://schemas.microsoft.com/office/drawing/2014/main" val="42323937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모듈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책임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0196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시뮬레이션, 비행체, 유도 및 환경 파라미터 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2578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Relative </a:t>
                      </a:r>
                      <a:r>
                        <a:rPr lang="en-US" altLang="ko-KR" sz="1600"/>
                        <a:t>g</a:t>
                      </a:r>
                      <a:r>
                        <a:rPr lang="ko-KR" sz="1600"/>
                        <a:t>eometry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요격자-타겟 간 상대운동 정보 생성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9621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PN </a:t>
                      </a:r>
                      <a:r>
                        <a:rPr lang="en-US" altLang="ko-KR" sz="1600"/>
                        <a:t>g</a:t>
                      </a:r>
                      <a:r>
                        <a:rPr lang="ko-KR" sz="1600"/>
                        <a:t>uidance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상대운동 정보로부터 PN 유도 명령 생성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275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Command </a:t>
                      </a:r>
                      <a:r>
                        <a:rPr lang="en-US" altLang="ko-KR" sz="1600"/>
                        <a:t>m</a:t>
                      </a:r>
                      <a:r>
                        <a:rPr lang="ko-KR" sz="1600"/>
                        <a:t>apper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유도 명령을 비행체 제어 명령으로 변환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4828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Kinematics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비행체의 운동 및 상태 변화 계산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7206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Simulation </a:t>
                      </a:r>
                      <a:r>
                        <a:rPr lang="en-US" altLang="ko-KR" sz="1600"/>
                        <a:t>m</a:t>
                      </a:r>
                      <a:r>
                        <a:rPr lang="ko-KR" sz="1600"/>
                        <a:t>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시뮬레이션 순서와 시간 진행 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6818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궤적 및 결과 시각화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708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6501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289AA-30CA-F3E7-759B-C981E4540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CFE7C9D1-5C19-D01A-9CDC-825442DD2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 sz="2000"/>
            </a:br>
            <a:r>
              <a:rPr lang="en-US" altLang="ko-KR" sz="2000"/>
              <a:t>Step 3. </a:t>
            </a:r>
            <a:r>
              <a:rPr lang="ko-KR" altLang="en-US" sz="2000"/>
              <a:t>소프트웨어 아키텍처 설계 </a:t>
            </a:r>
            <a:r>
              <a:rPr lang="en-US" altLang="ko-KR" sz="2000"/>
              <a:t>– </a:t>
            </a:r>
            <a:r>
              <a:rPr lang="ko-KR" altLang="en-US" sz="2000"/>
              <a:t>데이터 구조 정의</a:t>
            </a:r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A77D9A-93C4-91F2-5E5D-649A92EDE698}"/>
              </a:ext>
            </a:extLst>
          </p:cNvPr>
          <p:cNvSpPr txBox="1"/>
          <p:nvPr/>
        </p:nvSpPr>
        <p:spPr>
          <a:xfrm>
            <a:off x="838200" y="1690688"/>
            <a:ext cx="6096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/>
              <a:t>Configuration</a:t>
            </a:r>
          </a:p>
          <a:p>
            <a:r>
              <a:rPr lang="ko-KR" altLang="en-US" sz="1400"/>
              <a:t>├── Simulation</a:t>
            </a:r>
          </a:p>
          <a:p>
            <a:r>
              <a:rPr lang="ko-KR" altLang="en-US" sz="1400"/>
              <a:t>├── Environment</a:t>
            </a:r>
          </a:p>
          <a:p>
            <a:r>
              <a:rPr lang="ko-KR" altLang="en-US" sz="1400"/>
              <a:t>├── Pursuer</a:t>
            </a:r>
          </a:p>
          <a:p>
            <a:r>
              <a:rPr lang="ko-KR" altLang="en-US" sz="1400"/>
              <a:t>├── Target</a:t>
            </a:r>
          </a:p>
          <a:p>
            <a:r>
              <a:rPr lang="ko-KR" altLang="en-US" sz="1400"/>
              <a:t>└── Guidance</a:t>
            </a:r>
          </a:p>
          <a:p>
            <a:endParaRPr lang="ko-KR" altLang="en-US" sz="1400"/>
          </a:p>
          <a:p>
            <a:endParaRPr lang="ko-KR" altLang="en-US" sz="1400"/>
          </a:p>
          <a:p>
            <a:r>
              <a:rPr lang="ko-KR" altLang="en-US" sz="1400"/>
              <a:t>Relative Geometry</a:t>
            </a:r>
          </a:p>
          <a:p>
            <a:r>
              <a:rPr lang="ko-KR" altLang="en-US" sz="1400"/>
              <a:t>├── </a:t>
            </a:r>
            <a:r>
              <a:rPr lang="en-US" altLang="ko-KR" sz="1400"/>
              <a:t>R</a:t>
            </a:r>
            <a:r>
              <a:rPr lang="ko-KR" altLang="en-US" sz="1400"/>
              <a:t>elative </a:t>
            </a:r>
            <a:r>
              <a:rPr lang="en-US" altLang="ko-KR" sz="1400"/>
              <a:t>p</a:t>
            </a:r>
            <a:r>
              <a:rPr lang="ko-KR" altLang="en-US" sz="1400"/>
              <a:t>osition</a:t>
            </a:r>
          </a:p>
          <a:p>
            <a:r>
              <a:rPr lang="ko-KR" altLang="en-US" sz="1400"/>
              <a:t>├── </a:t>
            </a:r>
            <a:r>
              <a:rPr lang="en-US" altLang="ko-KR" sz="1400"/>
              <a:t>R</a:t>
            </a:r>
            <a:r>
              <a:rPr lang="ko-KR" altLang="en-US" sz="1400"/>
              <a:t>ange</a:t>
            </a:r>
          </a:p>
          <a:p>
            <a:r>
              <a:rPr lang="ko-KR" altLang="en-US" sz="1400"/>
              <a:t>├── </a:t>
            </a:r>
            <a:r>
              <a:rPr lang="en-US" altLang="ko-KR" sz="1400"/>
              <a:t>R</a:t>
            </a:r>
            <a:r>
              <a:rPr lang="ko-KR" altLang="en-US" sz="1400"/>
              <a:t>ange </a:t>
            </a:r>
            <a:r>
              <a:rPr lang="en-US" altLang="ko-KR" sz="1400"/>
              <a:t>r</a:t>
            </a:r>
            <a:r>
              <a:rPr lang="ko-KR" altLang="en-US" sz="1400"/>
              <a:t>ate</a:t>
            </a:r>
          </a:p>
          <a:p>
            <a:r>
              <a:rPr lang="ko-KR" altLang="en-US" sz="1400"/>
              <a:t>├── </a:t>
            </a:r>
            <a:r>
              <a:rPr lang="en-US" altLang="ko-KR" sz="1400"/>
              <a:t>LoS</a:t>
            </a:r>
            <a:r>
              <a:rPr lang="ko-KR" altLang="en-US" sz="1400"/>
              <a:t> </a:t>
            </a:r>
            <a:r>
              <a:rPr lang="en-US" altLang="ko-KR" sz="1400"/>
              <a:t>a</a:t>
            </a:r>
            <a:r>
              <a:rPr lang="ko-KR" altLang="en-US" sz="1400"/>
              <a:t>ngle</a:t>
            </a:r>
          </a:p>
          <a:p>
            <a:r>
              <a:rPr lang="ko-KR" altLang="en-US" sz="1400"/>
              <a:t>├── </a:t>
            </a:r>
            <a:r>
              <a:rPr lang="en-US" altLang="ko-KR" sz="1400"/>
              <a:t>LoS</a:t>
            </a:r>
            <a:r>
              <a:rPr lang="ko-KR" altLang="en-US" sz="1400"/>
              <a:t> </a:t>
            </a:r>
            <a:r>
              <a:rPr lang="en-US" altLang="ko-KR" sz="1400"/>
              <a:t>r</a:t>
            </a:r>
            <a:r>
              <a:rPr lang="ko-KR" altLang="en-US" sz="1400"/>
              <a:t>ate</a:t>
            </a:r>
          </a:p>
          <a:p>
            <a:r>
              <a:rPr lang="ko-KR" altLang="en-US" sz="1400"/>
              <a:t>└── </a:t>
            </a:r>
            <a:r>
              <a:rPr lang="en-US" altLang="ko-KR" sz="1400"/>
              <a:t>C</a:t>
            </a:r>
            <a:r>
              <a:rPr lang="ko-KR" altLang="en-US" sz="1400"/>
              <a:t>losing </a:t>
            </a:r>
            <a:r>
              <a:rPr lang="en-US" altLang="ko-KR" sz="1400"/>
              <a:t>v</a:t>
            </a:r>
            <a:r>
              <a:rPr lang="ko-KR" altLang="en-US" sz="1400"/>
              <a:t>elocity</a:t>
            </a:r>
          </a:p>
        </p:txBody>
      </p:sp>
    </p:spTree>
    <p:extLst>
      <p:ext uri="{BB962C8B-B14F-4D97-AF65-F5344CB8AC3E}">
        <p14:creationId xmlns:p14="http://schemas.microsoft.com/office/powerpoint/2010/main" val="3219372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950A2-180E-8384-C1B5-B5F7D450C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89585C24-BE0A-7D04-7DB5-3F95CEFD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 sz="2000"/>
            </a:br>
            <a:r>
              <a:rPr lang="en-US" altLang="ko-KR" sz="2000"/>
              <a:t>Step 3. </a:t>
            </a:r>
            <a:r>
              <a:rPr lang="ko-KR" altLang="en-US" sz="2000"/>
              <a:t>소프트웨어 아키텍처 설계 </a:t>
            </a:r>
            <a:r>
              <a:rPr lang="en-US" altLang="ko-KR" sz="2000"/>
              <a:t>– </a:t>
            </a:r>
            <a:r>
              <a:rPr lang="ko-KR" altLang="en-US" sz="2000"/>
              <a:t>좌표계 규약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648F5F-9DC7-6F12-8BCD-3E012466F58D}"/>
                  </a:ext>
                </a:extLst>
              </p:cNvPr>
              <p:cNvSpPr txBox="1"/>
              <p:nvPr/>
            </p:nvSpPr>
            <p:spPr>
              <a:xfrm>
                <a:off x="1990725" y="2457451"/>
                <a:ext cx="2993127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Position       :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] [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Heading        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Speed          :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Bank angle     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Acceleration   :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²]</m:t>
                    </m:r>
                  </m:oMath>
                </a14:m>
                <a:endParaRPr lang="ko-KR" altLang="en-US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648F5F-9DC7-6F12-8BCD-3E012466F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25" y="2457451"/>
                <a:ext cx="2993127" cy="1477328"/>
              </a:xfrm>
              <a:prstGeom prst="rect">
                <a:avLst/>
              </a:prstGeom>
              <a:blipFill>
                <a:blip r:embed="rId2"/>
                <a:stretch>
                  <a:fillRect l="-1426" t="-2066" b="-57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DBE39E-6E2D-1A9F-A95E-4548F551FD1B}"/>
                  </a:ext>
                </a:extLst>
              </p:cNvPr>
              <p:cNvSpPr txBox="1"/>
              <p:nvPr/>
            </p:nvSpPr>
            <p:spPr>
              <a:xfrm>
                <a:off x="2012054" y="4052041"/>
                <a:ext cx="3337965" cy="16378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b="0" i="1">
                    <a:latin typeface="Cambria Math" panose="02040503050406030204" pitchFamily="18" charset="0"/>
                  </a:rPr>
                  <a:t>Cartesian coordinate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func>
                      <m:funcPr>
                        <m:ctrlPr>
                          <a:rPr lang="en-US" altLang="ko-KR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func>
                      <m:funcPr>
                        <m:ctrlPr>
                          <a:rPr lang="en-US" altLang="ko-KR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func>
                  </m:oMath>
                </a14:m>
                <a:endParaRPr lang="ko-KR" altLang="en-US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func>
                      <m:funcPr>
                        <m:ctrlPr>
                          <a:rPr lang="en-US" altLang="ko-KR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func>
                      <m:funcPr>
                        <m:ctrlPr>
                          <a:rPr lang="en-US" altLang="ko-KR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func>
                  </m:oMath>
                </a14:m>
                <a:endParaRPr lang="ko-KR" altLang="en-US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acc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func>
                          <m:funcPr>
                            <m:ctrl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func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/>
              </a:p>
              <a:p>
                <a:endParaRPr lang="ko-KR" altLang="en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DBE39E-6E2D-1A9F-A95E-4548F551F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054" y="4052041"/>
                <a:ext cx="3337965" cy="1637884"/>
              </a:xfrm>
              <a:prstGeom prst="rect">
                <a:avLst/>
              </a:prstGeom>
              <a:blipFill>
                <a:blip r:embed="rId3"/>
                <a:stretch>
                  <a:fillRect l="-1095" t="-26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그룹 72">
            <a:extLst>
              <a:ext uri="{FF2B5EF4-FFF2-40B4-BE49-F238E27FC236}">
                <a16:creationId xmlns:a16="http://schemas.microsoft.com/office/drawing/2014/main" id="{0F9696C7-49C9-3870-8271-A4F44B979A55}"/>
              </a:ext>
            </a:extLst>
          </p:cNvPr>
          <p:cNvGrpSpPr/>
          <p:nvPr/>
        </p:nvGrpSpPr>
        <p:grpSpPr>
          <a:xfrm>
            <a:off x="6346558" y="1559848"/>
            <a:ext cx="4690365" cy="4130077"/>
            <a:chOff x="6326238" y="1523018"/>
            <a:chExt cx="4690365" cy="4130077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AC2A13FF-35E7-6C39-0A44-E0B76E03F0D3}"/>
                </a:ext>
              </a:extLst>
            </p:cNvPr>
            <p:cNvGrpSpPr/>
            <p:nvPr/>
          </p:nvGrpSpPr>
          <p:grpSpPr>
            <a:xfrm>
              <a:off x="6370646" y="1919827"/>
              <a:ext cx="4219575" cy="3686175"/>
              <a:chOff x="6370646" y="1919827"/>
              <a:chExt cx="4219575" cy="3686175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FAAA93FB-3972-9539-D976-AA699F6B0004}"/>
                  </a:ext>
                </a:extLst>
              </p:cNvPr>
              <p:cNvGrpSpPr/>
              <p:nvPr/>
            </p:nvGrpSpPr>
            <p:grpSpPr>
              <a:xfrm>
                <a:off x="8587464" y="2731644"/>
                <a:ext cx="1022973" cy="697356"/>
                <a:chOff x="5395027" y="3300871"/>
                <a:chExt cx="2643859" cy="1971725"/>
              </a:xfrm>
            </p:grpSpPr>
            <p:grpSp>
              <p:nvGrpSpPr>
                <p:cNvPr id="13" name="그룹 12">
                  <a:extLst>
                    <a:ext uri="{FF2B5EF4-FFF2-40B4-BE49-F238E27FC236}">
                      <a16:creationId xmlns:a16="http://schemas.microsoft.com/office/drawing/2014/main" id="{45428472-FEA9-A0AF-A943-62FEFE2C4B24}"/>
                    </a:ext>
                  </a:extLst>
                </p:cNvPr>
                <p:cNvGrpSpPr/>
                <p:nvPr/>
              </p:nvGrpSpPr>
              <p:grpSpPr>
                <a:xfrm>
                  <a:off x="6167962" y="3931046"/>
                  <a:ext cx="737663" cy="1341550"/>
                  <a:chOff x="7044262" y="2412404"/>
                  <a:chExt cx="737663" cy="1341550"/>
                </a:xfrm>
              </p:grpSpPr>
              <p:sp>
                <p:nvSpPr>
                  <p:cNvPr id="5" name="타원 4">
                    <a:extLst>
                      <a:ext uri="{FF2B5EF4-FFF2-40B4-BE49-F238E27FC236}">
                        <a16:creationId xmlns:a16="http://schemas.microsoft.com/office/drawing/2014/main" id="{EEB5D9C9-D56B-F3EA-64FE-5012CFE61918}"/>
                      </a:ext>
                    </a:extLst>
                  </p:cNvPr>
                  <p:cNvSpPr/>
                  <p:nvPr/>
                </p:nvSpPr>
                <p:spPr>
                  <a:xfrm>
                    <a:off x="7553325" y="3525354"/>
                    <a:ext cx="228600" cy="2286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14" name="직선 화살표 연결선 13">
                    <a:extLst>
                      <a:ext uri="{FF2B5EF4-FFF2-40B4-BE49-F238E27FC236}">
                        <a16:creationId xmlns:a16="http://schemas.microsoft.com/office/drawing/2014/main" id="{D160C33F-4C8A-0714-F6FC-5707344492A6}"/>
                      </a:ext>
                    </a:extLst>
                  </p:cNvPr>
                  <p:cNvCxnSpPr>
                    <a:cxnSpLocks/>
                    <a:stCxn id="5" idx="7"/>
                  </p:cNvCxnSpPr>
                  <p:nvPr/>
                </p:nvCxnSpPr>
                <p:spPr>
                  <a:xfrm flipH="1" flipV="1">
                    <a:off x="7044262" y="2412404"/>
                    <a:ext cx="704187" cy="114642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47026C73-201E-786B-10C2-EB8E725632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95027" y="3300871"/>
                      <a:ext cx="1120416" cy="87021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400"/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47026C73-201E-786B-10C2-EB8E725632F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95027" y="3300871"/>
                      <a:ext cx="1120416" cy="87021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15C7F78A-272B-E0E9-C01E-C13E4E37B46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72683" y="3400643"/>
                      <a:ext cx="666203" cy="8702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400"/>
                    </a:p>
                  </p:txBody>
                </p:sp>
              </mc:Choice>
              <mc:Fallback xmlns="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15C7F78A-272B-E0E9-C01E-C13E4E37B46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372683" y="3400643"/>
                      <a:ext cx="666203" cy="87021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3810" b="-6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AF5FE75D-2EB9-066F-DF75-79F942A141BD}"/>
                  </a:ext>
                </a:extLst>
              </p:cNvPr>
              <p:cNvGrpSpPr/>
              <p:nvPr/>
            </p:nvGrpSpPr>
            <p:grpSpPr>
              <a:xfrm rot="20331544">
                <a:off x="6420111" y="3518895"/>
                <a:ext cx="3307500" cy="1521056"/>
                <a:chOff x="5527526" y="2102078"/>
                <a:chExt cx="8548186" cy="4300677"/>
              </a:xfrm>
            </p:grpSpPr>
            <p:grpSp>
              <p:nvGrpSpPr>
                <p:cNvPr id="31" name="그룹 30">
                  <a:extLst>
                    <a:ext uri="{FF2B5EF4-FFF2-40B4-BE49-F238E27FC236}">
                      <a16:creationId xmlns:a16="http://schemas.microsoft.com/office/drawing/2014/main" id="{18B038B1-010E-7C28-CC06-8399E7B4F4A9}"/>
                    </a:ext>
                  </a:extLst>
                </p:cNvPr>
                <p:cNvGrpSpPr/>
                <p:nvPr/>
              </p:nvGrpSpPr>
              <p:grpSpPr>
                <a:xfrm>
                  <a:off x="6677025" y="4029031"/>
                  <a:ext cx="1133475" cy="1243565"/>
                  <a:chOff x="7553325" y="2510389"/>
                  <a:chExt cx="1133475" cy="1243565"/>
                </a:xfrm>
              </p:grpSpPr>
              <p:sp>
                <p:nvSpPr>
                  <p:cNvPr id="37" name="타원 36">
                    <a:extLst>
                      <a:ext uri="{FF2B5EF4-FFF2-40B4-BE49-F238E27FC236}">
                        <a16:creationId xmlns:a16="http://schemas.microsoft.com/office/drawing/2014/main" id="{9D223C0A-0FAE-ADEE-7EDC-6F560A732823}"/>
                      </a:ext>
                    </a:extLst>
                  </p:cNvPr>
                  <p:cNvSpPr/>
                  <p:nvPr/>
                </p:nvSpPr>
                <p:spPr>
                  <a:xfrm>
                    <a:off x="7553325" y="3525354"/>
                    <a:ext cx="228600" cy="2286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40" name="직선 화살표 연결선 39">
                    <a:extLst>
                      <a:ext uri="{FF2B5EF4-FFF2-40B4-BE49-F238E27FC236}">
                        <a16:creationId xmlns:a16="http://schemas.microsoft.com/office/drawing/2014/main" id="{61D88EA4-5215-F6E8-B105-FEA5C590C575}"/>
                      </a:ext>
                    </a:extLst>
                  </p:cNvPr>
                  <p:cNvCxnSpPr>
                    <a:cxnSpLocks/>
                    <a:stCxn id="37" idx="7"/>
                  </p:cNvCxnSpPr>
                  <p:nvPr/>
                </p:nvCxnSpPr>
                <p:spPr>
                  <a:xfrm flipV="1">
                    <a:off x="7748447" y="2510389"/>
                    <a:ext cx="938353" cy="1048443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EFA5B113-1B84-857F-325E-DB9B8D0F79CB}"/>
                        </a:ext>
                      </a:extLst>
                    </p:cNvPr>
                    <p:cNvSpPr txBox="1"/>
                    <p:nvPr/>
                  </p:nvSpPr>
                  <p:spPr>
                    <a:xfrm rot="1268456">
                      <a:off x="7545293" y="3102551"/>
                      <a:ext cx="732549" cy="87021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400"/>
                    </a:p>
                  </p:txBody>
                </p:sp>
              </mc:Choice>
              <mc:Fallback xmlns="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EFA5B113-1B84-857F-325E-DB9B8D0F79C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268456">
                      <a:off x="7545293" y="3102551"/>
                      <a:ext cx="732549" cy="87021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17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5" name="원호 34">
                  <a:extLst>
                    <a:ext uri="{FF2B5EF4-FFF2-40B4-BE49-F238E27FC236}">
                      <a16:creationId xmlns:a16="http://schemas.microsoft.com/office/drawing/2014/main" id="{FF1B5A6C-9CA8-59F3-0584-43E7D214A10D}"/>
                    </a:ext>
                  </a:extLst>
                </p:cNvPr>
                <p:cNvSpPr/>
                <p:nvPr/>
              </p:nvSpPr>
              <p:spPr>
                <a:xfrm>
                  <a:off x="5527526" y="4188413"/>
                  <a:ext cx="2203351" cy="2214342"/>
                </a:xfrm>
                <a:prstGeom prst="arc">
                  <a:avLst>
                    <a:gd name="adj1" fmla="val 18913931"/>
                    <a:gd name="adj2" fmla="val 40020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D4BF38F9-40DB-36AD-476A-882135E9BCFA}"/>
                        </a:ext>
                      </a:extLst>
                    </p:cNvPr>
                    <p:cNvSpPr txBox="1"/>
                    <p:nvPr/>
                  </p:nvSpPr>
                  <p:spPr>
                    <a:xfrm rot="934260">
                      <a:off x="7743224" y="4048932"/>
                      <a:ext cx="666203" cy="87021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400"/>
                    </a:p>
                  </p:txBody>
                </p:sp>
              </mc:Choice>
              <mc:Fallback xmlns=""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D4BF38F9-40DB-36AD-476A-882135E9BCF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934260">
                      <a:off x="7743224" y="4048932"/>
                      <a:ext cx="666203" cy="87021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277" b="-53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6" name="원호 65">
                  <a:extLst>
                    <a:ext uri="{FF2B5EF4-FFF2-40B4-BE49-F238E27FC236}">
                      <a16:creationId xmlns:a16="http://schemas.microsoft.com/office/drawing/2014/main" id="{BB6AC29A-D5C2-9680-14B6-345A5893CB00}"/>
                    </a:ext>
                  </a:extLst>
                </p:cNvPr>
                <p:cNvSpPr/>
                <p:nvPr/>
              </p:nvSpPr>
              <p:spPr>
                <a:xfrm rot="3752153">
                  <a:off x="7627883" y="4581724"/>
                  <a:ext cx="1708103" cy="1624939"/>
                </a:xfrm>
                <a:prstGeom prst="arc">
                  <a:avLst>
                    <a:gd name="adj1" fmla="val 13697810"/>
                    <a:gd name="adj2" fmla="val 2038909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4" name="원호 73">
                  <a:extLst>
                    <a:ext uri="{FF2B5EF4-FFF2-40B4-BE49-F238E27FC236}">
                      <a16:creationId xmlns:a16="http://schemas.microsoft.com/office/drawing/2014/main" id="{C5183FBB-4F09-956C-2B53-6FE4132965BF}"/>
                    </a:ext>
                  </a:extLst>
                </p:cNvPr>
                <p:cNvSpPr/>
                <p:nvPr/>
              </p:nvSpPr>
              <p:spPr>
                <a:xfrm rot="1268456">
                  <a:off x="12561229" y="2102078"/>
                  <a:ext cx="1514483" cy="1878653"/>
                </a:xfrm>
                <a:prstGeom prst="arc">
                  <a:avLst>
                    <a:gd name="adj1" fmla="val 14271279"/>
                    <a:gd name="adj2" fmla="val 40020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9B89F966-162E-5B12-A58E-607309E08378}"/>
                  </a:ext>
                </a:extLst>
              </p:cNvPr>
              <p:cNvGrpSpPr/>
              <p:nvPr/>
            </p:nvGrpSpPr>
            <p:grpSpPr>
              <a:xfrm>
                <a:off x="6370646" y="1919827"/>
                <a:ext cx="4219575" cy="3686175"/>
                <a:chOff x="7565768" y="1495425"/>
                <a:chExt cx="2216407" cy="2227357"/>
              </a:xfrm>
            </p:grpSpPr>
            <p:cxnSp>
              <p:nvCxnSpPr>
                <p:cNvPr id="49" name="직선 화살표 연결선 48">
                  <a:extLst>
                    <a:ext uri="{FF2B5EF4-FFF2-40B4-BE49-F238E27FC236}">
                      <a16:creationId xmlns:a16="http://schemas.microsoft.com/office/drawing/2014/main" id="{92F0BF9A-9B08-D21E-6C3E-63C926FAEC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654614" y="1495425"/>
                  <a:ext cx="3486" cy="222735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화살표 연결선 49">
                  <a:extLst>
                    <a:ext uri="{FF2B5EF4-FFF2-40B4-BE49-F238E27FC236}">
                      <a16:creationId xmlns:a16="http://schemas.microsoft.com/office/drawing/2014/main" id="{01BEEF4F-09C4-791C-6711-1AA8193001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65768" y="3639654"/>
                  <a:ext cx="2216407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824B2A7F-000C-7740-5401-8CCF01144D6C}"/>
                  </a:ext>
                </a:extLst>
              </p:cNvPr>
              <p:cNvCxnSpPr>
                <a:cxnSpLocks/>
                <a:stCxn id="37" idx="6"/>
                <a:endCxn id="5" idx="3"/>
              </p:cNvCxnSpPr>
              <p:nvPr/>
            </p:nvCxnSpPr>
            <p:spPr>
              <a:xfrm flipV="1">
                <a:off x="7144299" y="3417160"/>
                <a:ext cx="1952154" cy="1565222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F24ED1A2-30A5-E923-87E7-83DE331A574E}"/>
                      </a:ext>
                    </a:extLst>
                  </p:cNvPr>
                  <p:cNvSpPr txBox="1"/>
                  <p:nvPr/>
                </p:nvSpPr>
                <p:spPr>
                  <a:xfrm>
                    <a:off x="7954682" y="3823360"/>
                    <a:ext cx="36625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ko-KR" altLang="en-US" sz="1400"/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F24ED1A2-30A5-E923-87E7-83DE331A57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54682" y="3823360"/>
                    <a:ext cx="366254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0CE9C6B1-C24C-4170-D795-96E3DEDCE4A5}"/>
                  </a:ext>
                </a:extLst>
              </p:cNvPr>
              <p:cNvCxnSpPr>
                <a:cxnSpLocks/>
                <a:stCxn id="37" idx="6"/>
              </p:cNvCxnSpPr>
              <p:nvPr/>
            </p:nvCxnSpPr>
            <p:spPr>
              <a:xfrm flipV="1">
                <a:off x="7144300" y="4953340"/>
                <a:ext cx="3123650" cy="29043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DD16BFEA-C59E-5DA1-E261-34B3A463612D}"/>
                      </a:ext>
                    </a:extLst>
                  </p:cNvPr>
                  <p:cNvSpPr txBox="1"/>
                  <p:nvPr/>
                </p:nvSpPr>
                <p:spPr>
                  <a:xfrm>
                    <a:off x="8019985" y="4519985"/>
                    <a:ext cx="343235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oMath>
                      </m:oMathPara>
                    </a14:m>
                    <a:endParaRPr lang="ko-KR" altLang="en-US" sz="1400"/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DD16BFEA-C59E-5DA1-E261-34B3A46361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19985" y="4519985"/>
                    <a:ext cx="343235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32A1ADB8-E185-D99C-3124-8C6ABB811B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44300" y="3395172"/>
                <a:ext cx="3123650" cy="29043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F1B49010-EB29-3032-11F1-547E1A446552}"/>
                    </a:ext>
                  </a:extLst>
                </p:cNvPr>
                <p:cNvSpPr txBox="1"/>
                <p:nvPr/>
              </p:nvSpPr>
              <p:spPr>
                <a:xfrm>
                  <a:off x="6326238" y="1523018"/>
                  <a:ext cx="4002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ko-KR" altLang="en-US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F1B49010-EB29-3032-11F1-547E1A4465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6238" y="1523018"/>
                  <a:ext cx="400238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6D1221F0-A759-D1BD-8283-FF4832D884DF}"/>
                    </a:ext>
                  </a:extLst>
                </p:cNvPr>
                <p:cNvSpPr txBox="1"/>
                <p:nvPr/>
              </p:nvSpPr>
              <p:spPr>
                <a:xfrm>
                  <a:off x="10619764" y="5283763"/>
                  <a:ext cx="3968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ko-KR" altLang="en-US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6D1221F0-A759-D1BD-8283-FF4832D88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9764" y="5283763"/>
                  <a:ext cx="39683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5263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E4BFD-D0ED-98ED-1E65-428D96958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985FA343-B8A5-D104-A0FD-B0AB02268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 sz="2000"/>
            </a:br>
            <a:r>
              <a:rPr lang="en-US" altLang="ko-KR" sz="2000"/>
              <a:t>Step 4. </a:t>
            </a:r>
            <a:r>
              <a:rPr lang="ko-KR" altLang="en-US" sz="2000"/>
              <a:t>모듈 설계 </a:t>
            </a:r>
            <a:r>
              <a:rPr lang="en-US" altLang="ko-KR" sz="2000"/>
              <a:t>– </a:t>
            </a:r>
            <a:r>
              <a:rPr lang="ko-KR" altLang="en-US" sz="2000"/>
              <a:t>변수 정의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4B4873-0D5E-6586-9F4E-DD02459CF334}"/>
              </a:ext>
            </a:extLst>
          </p:cNvPr>
          <p:cNvSpPr txBox="1"/>
          <p:nvPr/>
        </p:nvSpPr>
        <p:spPr>
          <a:xfrm>
            <a:off x="838200" y="1690688"/>
            <a:ext cx="52578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/>
              <a:t>1. 변수 (Variables)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 b="1"/>
              <a:t>형식:</a:t>
            </a:r>
            <a:r>
              <a:rPr lang="ko-KR" altLang="ko-KR" sz="1600"/>
              <a:t> camelCase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소문자로 시작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여러 단어 사용 시 두 번째 단어부터 첫 글자를 대문자로 작성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언더바(_) 사용 지양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넓은 범위에서 사용되는 변수는 의미가 명확한 이름 사용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좁은 범위에서만 사용되는 변수는 짧은 이름 사용 가능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개수를 나타내는 변수는 n 접두사 사용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반복문 인덱스는 i + 대상 이름 사용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Boolean 변수는 is, has, can 등의 긍정형 접두사 사용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의미를 알기 어려운 축약어 사용 지양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D699129-59FE-74F1-395D-3A71BFFB29CF}"/>
              </a:ext>
            </a:extLst>
          </p:cNvPr>
          <p:cNvGraphicFramePr>
            <a:graphicFrameLocks noGrp="1"/>
          </p:cNvGraphicFramePr>
          <p:nvPr/>
        </p:nvGraphicFramePr>
        <p:xfrm>
          <a:off x="6200777" y="1690688"/>
          <a:ext cx="5695948" cy="396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0673">
                  <a:extLst>
                    <a:ext uri="{9D8B030D-6E8A-4147-A177-3AD203B41FA5}">
                      <a16:colId xmlns:a16="http://schemas.microsoft.com/office/drawing/2014/main" val="2169211810"/>
                    </a:ext>
                  </a:extLst>
                </a:gridCol>
                <a:gridCol w="3905275">
                  <a:extLst>
                    <a:ext uri="{9D8B030D-6E8A-4147-A177-3AD203B41FA5}">
                      <a16:colId xmlns:a16="http://schemas.microsoft.com/office/drawing/2014/main" val="612844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변수명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역할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2186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현재 시뮬레이션 시간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5258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timeStep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시뮬레이션 시간 간격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82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missileState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Missile 현재 상태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152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targetState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Target 현재 상태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000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lateralAccelCmd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횡가속도 명령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0072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missileBankCmd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Missile Bank angle 명령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7311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previousRangeRate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이전 Step의 Range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9133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nSteps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전체 Simulation step 개수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4404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iStep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현재 Simulation step index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437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geometryHistory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상대기하 변수의 시간 이력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624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6652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2E6C6-0EF7-8651-0154-F0B6562B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CC982AC8-60AB-0539-95EC-275DEA9F0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 sz="2000"/>
            </a:br>
            <a:r>
              <a:rPr lang="en-US" altLang="ko-KR" sz="2000"/>
              <a:t>Step 4. </a:t>
            </a:r>
            <a:r>
              <a:rPr lang="ko-KR" altLang="en-US" sz="2000"/>
              <a:t>모듈 설계 </a:t>
            </a:r>
            <a:r>
              <a:rPr lang="en-US" altLang="ko-KR" sz="2000"/>
              <a:t>– </a:t>
            </a:r>
            <a:r>
              <a:rPr lang="ko-KR" altLang="en-US" sz="2000"/>
              <a:t>변수 정의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3902F9-B4DB-B8B1-68A3-D718C69F9315}"/>
              </a:ext>
            </a:extLst>
          </p:cNvPr>
          <p:cNvSpPr txBox="1"/>
          <p:nvPr/>
        </p:nvSpPr>
        <p:spPr>
          <a:xfrm>
            <a:off x="838200" y="1690688"/>
            <a:ext cx="52578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/>
              <a:t>2. 상수 (Constants)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 b="1"/>
              <a:t>형식:</a:t>
            </a:r>
            <a:r>
              <a:rPr lang="ko-KR" altLang="ko-KR" sz="1600"/>
              <a:t> UPPER_CASE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모든 문자를 대문자로 작성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여러 단어는 언더바(_)로 구분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프로그램 실행 중 변경되지 않는 값에 사용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상수의 목적과 의미가 이름에 드러나도록 작성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의미 없는 숫자를 직접 사용하는 Magic Number 지양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사용자가 변경할 수 있는 Simulation parameter는 상수가 </a:t>
            </a:r>
            <a:r>
              <a:rPr lang="ko-KR" altLang="ko-KR"/>
              <a:t>아닌 설정값으로 관리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4880AAD-4643-A193-89EC-418C69967CBC}"/>
              </a:ext>
            </a:extLst>
          </p:cNvPr>
          <p:cNvGraphicFramePr>
            <a:graphicFrameLocks noGrp="1"/>
          </p:cNvGraphicFramePr>
          <p:nvPr/>
        </p:nvGraphicFramePr>
        <p:xfrm>
          <a:off x="5591175" y="4252912"/>
          <a:ext cx="626745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83825">
                  <a:extLst>
                    <a:ext uri="{9D8B030D-6E8A-4147-A177-3AD203B41FA5}">
                      <a16:colId xmlns:a16="http://schemas.microsoft.com/office/drawing/2014/main" val="1581601696"/>
                    </a:ext>
                  </a:extLst>
                </a:gridCol>
                <a:gridCol w="3183625">
                  <a:extLst>
                    <a:ext uri="{9D8B030D-6E8A-4147-A177-3AD203B41FA5}">
                      <a16:colId xmlns:a16="http://schemas.microsoft.com/office/drawing/2014/main" val="3877896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상수명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역할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6789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MAX_ITERATIONS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최대 반복 횟수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0096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MAX_BANK_ANGLE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최대 허용 Bank angle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131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MIN_RANGE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최소 허용 거리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2789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NUMERICAL_TOLERANCE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수치 계산 허용 오차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558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47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923D-1A91-B96D-CD81-D7B63065F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3F5AFA83-12BE-1769-7483-D16EBE8F4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 sz="2000"/>
            </a:br>
            <a:r>
              <a:rPr lang="en-US" altLang="ko-KR" sz="2000"/>
              <a:t>Step 4. </a:t>
            </a:r>
            <a:r>
              <a:rPr lang="ko-KR" altLang="en-US" sz="2000"/>
              <a:t>모듈 설계 </a:t>
            </a:r>
            <a:r>
              <a:rPr lang="en-US" altLang="ko-KR" sz="2000"/>
              <a:t>– </a:t>
            </a:r>
            <a:r>
              <a:rPr lang="ko-KR" altLang="en-US" sz="2000"/>
              <a:t>변수 정의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B94876-D4F6-5A46-10EB-5B2863AE84E4}"/>
              </a:ext>
            </a:extLst>
          </p:cNvPr>
          <p:cNvSpPr txBox="1"/>
          <p:nvPr/>
        </p:nvSpPr>
        <p:spPr>
          <a:xfrm>
            <a:off x="838200" y="1690688"/>
            <a:ext cx="52578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/>
              <a:t>3. 구조체 (Structures)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b="1"/>
              <a:t>형식</a:t>
            </a:r>
            <a:r>
              <a:rPr lang="ko-KR" altLang="ko-KR" sz="1600" b="1"/>
              <a:t>:</a:t>
            </a:r>
            <a:r>
              <a:rPr lang="ko-KR" altLang="ko-KR" sz="1600"/>
              <a:t> PascalCase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구조체 이름은 대문자로 시작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구조체 내부 Field는 camelCase 사용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서로 관련된 데이터를 하나의 구조체로 그룹화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데이터 성격이 다르면 하위 구조체로 구분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지나치게 깊은 계층 구조는 지양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구조체 및 Field 이름만으로 저장되는 데이터의 의미를 알 수 있도록 작성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49AD7EAA-952B-E7F9-EABD-4DB4759AE72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43651" y="1189355"/>
              <a:ext cx="5505450" cy="532542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476615">
                      <a:extLst>
                        <a:ext uri="{9D8B030D-6E8A-4147-A177-3AD203B41FA5}">
                          <a16:colId xmlns:a16="http://schemas.microsoft.com/office/drawing/2014/main" val="1581601696"/>
                        </a:ext>
                      </a:extLst>
                    </a:gridCol>
                    <a:gridCol w="3028835">
                      <a:extLst>
                        <a:ext uri="{9D8B030D-6E8A-4147-A177-3AD203B41FA5}">
                          <a16:colId xmlns:a16="http://schemas.microsoft.com/office/drawing/2014/main" val="387789664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구조체명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역할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767898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Config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전체 시뮬레이션 설정 관리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424055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Config.simulation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시뮬레이션 실행 조건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71075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Config.missile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Missile 설정값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29432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Config.target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Target 설정값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305788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Config.environment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환경조건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5014894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Config.guidance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유도법칙 파라미터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037905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Missile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현재 Missile 상태 및 비행조건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919301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Target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현재 Target 상태 및 비행조건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847651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Geometry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상대기하 계산 결과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5620428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Geometry.range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상대거리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ko-KR"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90715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Geometry.rangeRate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거리 변화율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̇"/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oMath>
                          </a14:m>
                          <a:endParaRPr lang="ko-KR"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1009621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Geometry.closingSpeed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Closing speed</a:t>
                          </a:r>
                          <a:r>
                            <a:rPr lang="en-US" altLang="ko-KR" sz="160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oMath>
                          </a14:m>
                          <a:endParaRPr lang="ko-KR"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013179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Geometry.losAngle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LOS angle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endParaRPr lang="ko-KR"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278986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Geometry.losRate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LOS rate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̇"/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acc>
                            </m:oMath>
                          </a14:m>
                          <a:endParaRPr lang="ko-KR"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45589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49AD7EAA-952B-E7F9-EABD-4DB4759AE72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43651" y="1189355"/>
              <a:ext cx="5505450" cy="532542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476615">
                      <a:extLst>
                        <a:ext uri="{9D8B030D-6E8A-4147-A177-3AD203B41FA5}">
                          <a16:colId xmlns:a16="http://schemas.microsoft.com/office/drawing/2014/main" val="1581601696"/>
                        </a:ext>
                      </a:extLst>
                    </a:gridCol>
                    <a:gridCol w="3028835">
                      <a:extLst>
                        <a:ext uri="{9D8B030D-6E8A-4147-A177-3AD203B41FA5}">
                          <a16:colId xmlns:a16="http://schemas.microsoft.com/office/drawing/2014/main" val="387789664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구조체명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역할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7678982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Config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전체 시뮬레이션 설정 관리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424055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Config.simulation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시뮬레이션 실행 조건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710754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Config.missile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Missile 설정값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294327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Config.target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Target 설정값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3057880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Config.environment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환경조건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5014894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Config.guidance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유도법칙 파라미터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0379052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Missile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현재 Missile 상태 및 비행조건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9193016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Target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현재 Target 상태 및 비행조건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8476517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Geometry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상대기하 계산 결과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5620428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Geometry.range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2093" t="-1018182" r="-402" b="-5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9071559"/>
                      </a:ext>
                    </a:extLst>
                  </a:tr>
                  <a:tr h="34296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Geometry.rangeRate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2093" t="-1078947" r="-402" b="-3859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009621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Geometry.closingSpeed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2093" t="-707368" r="-402" b="-131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013179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Geometry.losAngle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2093" t="-1394545" r="-402" b="-12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2789867"/>
                      </a:ext>
                    </a:extLst>
                  </a:tr>
                  <a:tr h="3495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>
                              <a:latin typeface="Courier New" panose="02070309020205020404" pitchFamily="49" charset="0"/>
                            </a:rPr>
                            <a:t>Geometry.losRate</a:t>
                          </a:r>
                          <a:endParaRPr lang="ko-KR"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2093" t="-1442105" r="-402" b="-228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45589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8648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C88B7-8FC1-1E8D-C8BC-6F6C4E42A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BD5E6F4A-6C2B-45CD-8482-12F4F1D6F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 sz="2000"/>
            </a:br>
            <a:r>
              <a:rPr lang="en-US" altLang="ko-KR" sz="2000"/>
              <a:t>Step 4. </a:t>
            </a:r>
            <a:r>
              <a:rPr lang="ko-KR" altLang="en-US" sz="2000"/>
              <a:t>모듈 설계 </a:t>
            </a:r>
            <a:r>
              <a:rPr lang="en-US" altLang="ko-KR" sz="2000"/>
              <a:t>– </a:t>
            </a:r>
            <a:r>
              <a:rPr lang="ko-KR" altLang="en-US" sz="2000"/>
              <a:t>변수 정의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681058-FDE8-BB29-AEF6-951BDEA2730F}"/>
              </a:ext>
            </a:extLst>
          </p:cNvPr>
          <p:cNvSpPr txBox="1"/>
          <p:nvPr/>
        </p:nvSpPr>
        <p:spPr>
          <a:xfrm>
            <a:off x="838200" y="1690688"/>
            <a:ext cx="5257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/>
              <a:t>4. 함수 (Functions)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b="1"/>
              <a:t>형식:</a:t>
            </a:r>
            <a:r>
              <a:rPr lang="ko-KR" altLang="ko-KR"/>
              <a:t> </a:t>
            </a:r>
            <a:r>
              <a:rPr lang="ko-KR" altLang="ko-KR" sz="1600"/>
              <a:t>camelCase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소문자로 시작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함수가 수행하는 </a:t>
            </a:r>
            <a:r>
              <a:rPr lang="ko-KR" altLang="ko-KR" sz="1600" b="1"/>
              <a:t>동작을 나타내는 동사</a:t>
            </a:r>
            <a:r>
              <a:rPr lang="ko-KR" altLang="ko-KR" sz="1600"/>
              <a:t>로 시작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계산 함수: compute...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초기화 함수: initialize...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값 획득 함수: get...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값 설정 함수: set...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Boolean 반환 함수: is...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의미를 알기 어려운 축약어 사용 지양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600"/>
              <a:t>하나의 함수는 가능한 한 하나의 명확한 기능 수행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FED109E-88B4-3718-6BD8-D6AD8CBF9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350421"/>
              </p:ext>
            </p:extLst>
          </p:nvPr>
        </p:nvGraphicFramePr>
        <p:xfrm>
          <a:off x="6096000" y="2321242"/>
          <a:ext cx="5857875" cy="2621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6550">
                  <a:extLst>
                    <a:ext uri="{9D8B030D-6E8A-4147-A177-3AD203B41FA5}">
                      <a16:colId xmlns:a16="http://schemas.microsoft.com/office/drawing/2014/main" val="1269561933"/>
                    </a:ext>
                  </a:extLst>
                </a:gridCol>
                <a:gridCol w="2981325">
                  <a:extLst>
                    <a:ext uri="{9D8B030D-6E8A-4147-A177-3AD203B41FA5}">
                      <a16:colId xmlns:a16="http://schemas.microsoft.com/office/drawing/2014/main" val="35871282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함수명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역할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70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initializeConfiguration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초기조건 및 파라미터 설정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471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computeRelativeGeometry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Missile-Target 상대기하 계산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648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computePNGuidance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PN 횡가속도 명령 계산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496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computeBankCommand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횡가속도를 Bank angle 명령으로 변환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5832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computeKinematics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운동학 상태 미분 계산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10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visualizeSimulation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시뮬레이션 결과 시각화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0027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562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F01EC-F4FB-E365-09A9-BE51940B9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AA6B1C79-7D76-572A-6C8A-66468926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 sz="2000"/>
            </a:br>
            <a:r>
              <a:rPr lang="en-US" altLang="ko-KR" sz="2000"/>
              <a:t>Step 4. </a:t>
            </a:r>
            <a:r>
              <a:rPr lang="ko-KR" altLang="en-US" sz="2000"/>
              <a:t>모듈 설계</a:t>
            </a:r>
            <a:r>
              <a:rPr lang="en-US" altLang="ko-KR" sz="2000"/>
              <a:t> 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7D8B80C9-6319-3846-BEB7-7DEF6858CB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5718690"/>
                  </p:ext>
                </p:extLst>
              </p:nvPr>
            </p:nvGraphicFramePr>
            <p:xfrm>
              <a:off x="3384550" y="1798317"/>
              <a:ext cx="7702550" cy="467135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98231">
                      <a:extLst>
                        <a:ext uri="{9D8B030D-6E8A-4147-A177-3AD203B41FA5}">
                          <a16:colId xmlns:a16="http://schemas.microsoft.com/office/drawing/2014/main" val="3163240013"/>
                        </a:ext>
                      </a:extLst>
                    </a:gridCol>
                    <a:gridCol w="6004319">
                      <a:extLst>
                        <a:ext uri="{9D8B030D-6E8A-4147-A177-3AD203B41FA5}">
                          <a16:colId xmlns:a16="http://schemas.microsoft.com/office/drawing/2014/main" val="256673723"/>
                        </a:ext>
                      </a:extLst>
                    </a:gridCol>
                  </a:tblGrid>
                  <a:tr h="39562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800"/>
                            <a:t>구분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800"/>
                            <a:t>내용</a:t>
                          </a:r>
                        </a:p>
                      </a:txBody>
                      <a:tcPr marL="79115" marR="79115" marT="39558" marB="39558" anchor="ctr"/>
                    </a:tc>
                    <a:extLst>
                      <a:ext uri="{0D108BD9-81ED-4DB2-BD59-A6C34878D82A}">
                        <a16:rowId xmlns:a16="http://schemas.microsoft.com/office/drawing/2014/main" val="1056018114"/>
                      </a:ext>
                    </a:extLst>
                  </a:tr>
                  <a:tr h="39562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Input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ko-KR" alt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ko-KR" alt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sub>
                                        </m:sSub>
                                        <m:r>
                                          <a:rPr lang="ko-KR" altLang="ko-KR" sz="1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ko-KR" alt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sub>
                                        </m:sSub>
                                        <m:r>
                                          <a:rPr lang="ko-KR" altLang="ko-KR" sz="1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ko-KR" altLang="en-US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sz="1600" i="1" smtClean="0"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lit/>
                                  </m:rP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ko-KR" alt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ko-KR" alt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b>
                                        </m:sSub>
                                        <m:r>
                                          <a:rPr lang="ko-KR" altLang="ko-KR" sz="1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ko-KR" alt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b>
                                        </m:sSub>
                                        <m:r>
                                          <a:rPr lang="ko-KR" altLang="ko-KR" sz="1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ko-KR" altLang="en-US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sz="1600" i="1" smtClean="0"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lit/>
                                  </m:rP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lit/>
                                  </m:rP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marL="79115" marR="79115" marT="39558" marB="39558" anchor="ctr"/>
                    </a:tc>
                    <a:extLst>
                      <a:ext uri="{0D108BD9-81ED-4DB2-BD59-A6C34878D82A}">
                        <a16:rowId xmlns:a16="http://schemas.microsoft.com/office/drawing/2014/main" val="129601427"/>
                      </a:ext>
                    </a:extLst>
                  </a:tr>
                  <a:tr h="39562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Relative Position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ko-KR" altLang="ko-KR" sz="1600" i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ko-KR" altLang="ko-KR" sz="1600" i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marL="79115" marR="79115" marT="39558" marB="39558" anchor="ctr"/>
                    </a:tc>
                    <a:extLst>
                      <a:ext uri="{0D108BD9-81ED-4DB2-BD59-A6C34878D82A}">
                        <a16:rowId xmlns:a16="http://schemas.microsoft.com/office/drawing/2014/main" val="3062665141"/>
                      </a:ext>
                    </a:extLst>
                  </a:tr>
                  <a:tr h="39562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Range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ko-KR" altLang="en-US" sz="160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ko-KR" alt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i="0" smtClean="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sSup>
                                      <m:sSupPr>
                                        <m:ctrlPr>
                                          <a:rPr lang="ko-KR" alt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6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ko-KR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i="0" smtClean="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sSup>
                                      <m:sSupPr>
                                        <m:ctrlPr>
                                          <a:rPr lang="ko-KR" alt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altLang="ko-KR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/>
                        </a:p>
                      </a:txBody>
                      <a:tcPr marL="79115" marR="79115" marT="39558" marB="39558" anchor="ctr"/>
                    </a:tc>
                    <a:extLst>
                      <a:ext uri="{0D108BD9-81ED-4DB2-BD59-A6C34878D82A}">
                        <a16:rowId xmlns:a16="http://schemas.microsoft.com/office/drawing/2014/main" val="1267350123"/>
                      </a:ext>
                    </a:extLst>
                  </a:tr>
                  <a:tr h="51232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LOS Angle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ko-KR" altLang="en-US" sz="160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altLang="ko-KR" sz="1600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600" b="0" i="0" smtClean="0">
                                            <a:latin typeface="Cambria Math" panose="02040503050406030204" pitchFamily="18" charset="0"/>
                                          </a:rPr>
                                          <m:t>tan</m:t>
                                        </m:r>
                                      </m:e>
                                      <m:sup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ko-KR" sz="1600" i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i="0" smtClean="0">
                                                <a:latin typeface="Cambria Math" panose="02040503050406030204" pitchFamily="18" charset="0"/>
                                              </a:rPr>
                                              <m:t>Δ</m:t>
                                            </m:r>
                                            <m:r>
                                              <a:rPr lang="ko-KR" alt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num>
                                          <m:den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i="0" smtClean="0">
                                                <a:latin typeface="Cambria Math" panose="02040503050406030204" pitchFamily="18" charset="0"/>
                                              </a:rPr>
                                              <m:t>Δ</m:t>
                                            </m:r>
                                            <m:r>
                                              <a:rPr lang="ko-KR" alt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/>
                        </a:p>
                      </a:txBody>
                      <a:tcPr marL="79115" marR="79115" marT="39558" marB="39558" anchor="ctr"/>
                    </a:tc>
                    <a:extLst>
                      <a:ext uri="{0D108BD9-81ED-4DB2-BD59-A6C34878D82A}">
                        <a16:rowId xmlns:a16="http://schemas.microsoft.com/office/drawing/2014/main" val="2480395475"/>
                      </a:ext>
                    </a:extLst>
                  </a:tr>
                  <a:tr h="55882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Relative Velocity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600" i="1" smtClean="0">
                                        <a:latin typeface="Cambria Math" panose="02040503050406030204" pitchFamily="18" charset="0"/>
                                      </a:rPr>
                                      <m:t>𝑟𝑥</m:t>
                                    </m:r>
                                  </m:sub>
                                </m:sSub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sz="16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  <m: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sz="16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600" i="1" smtClean="0">
                                            <a:latin typeface="Cambria Math" panose="02040503050406030204" pitchFamily="18" charset="0"/>
                                          </a:rPr>
                                          <m:t>ψ</m:t>
                                        </m:r>
                                      </m:e>
                                      <m: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</m:e>
                                </m:func>
                              </m:oMath>
                            </m:oMathPara>
                          </a14:m>
                          <a:endParaRPr lang="en-US" altLang="ko-KR" sz="1600" b="0" i="1">
                            <a:latin typeface="Cambria Math" panose="02040503050406030204" pitchFamily="18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60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𝑠𝑖𝑛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  <m: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𝑠𝑖𝑛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600" i="1" smtClean="0">
                                            <a:latin typeface="Cambria Math" panose="02040503050406030204" pitchFamily="18" charset="0"/>
                                          </a:rPr>
                                          <m:t>ψ</m:t>
                                        </m:r>
                                      </m:e>
                                      <m: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</m:e>
                                </m:func>
                              </m:oMath>
                            </m:oMathPara>
                          </a14:m>
                          <a:endParaRPr lang="en-US" altLang="ko-KR" sz="1600" b="0" i="1">
                            <a:latin typeface="Cambria Math" panose="02040503050406030204" pitchFamily="18" charset="0"/>
                          </a:endParaRPr>
                        </a:p>
                      </a:txBody>
                      <a:tcPr marL="79115" marR="79115" marT="39558" marB="39558" anchor="ctr"/>
                    </a:tc>
                    <a:extLst>
                      <a:ext uri="{0D108BD9-81ED-4DB2-BD59-A6C34878D82A}">
                        <a16:rowId xmlns:a16="http://schemas.microsoft.com/office/drawing/2014/main" val="1936409169"/>
                      </a:ext>
                    </a:extLst>
                  </a:tr>
                  <a:tr h="5171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Range Rate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̇"/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60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i="0" smtClean="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sSub>
                                      <m:sSubPr>
                                        <m:ctrlPr>
                                          <a:rPr lang="ko-KR" alt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6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600" i="1" smtClean="0">
                                            <a:latin typeface="Cambria Math" panose="02040503050406030204" pitchFamily="18" charset="0"/>
                                          </a:rPr>
                                          <m:t>𝑟𝑥</m:t>
                                        </m:r>
                                      </m:sub>
                                    </m:s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ko-KR" altLang="ko-KR" sz="1600" i="0" smtClean="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sSub>
                                      <m:sSubPr>
                                        <m:ctrlPr>
                                          <a:rPr lang="ko-KR" alt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6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600" i="1" smtClean="0">
                                            <a:latin typeface="Cambria Math" panose="02040503050406030204" pitchFamily="18" charset="0"/>
                                          </a:rPr>
                                          <m:t>𝑟𝑦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marL="79115" marR="79115" marT="39558" marB="39558" anchor="ctr"/>
                    </a:tc>
                    <a:extLst>
                      <a:ext uri="{0D108BD9-81ED-4DB2-BD59-A6C34878D82A}">
                        <a16:rowId xmlns:a16="http://schemas.microsoft.com/office/drawing/2014/main" val="1444525501"/>
                      </a:ext>
                    </a:extLst>
                  </a:tr>
                  <a:tr h="5171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LOS Rate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̇"/>
                                    <m:ctrlPr>
                                      <a:rPr lang="en-US" altLang="ko-KR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acc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60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i="0" smtClean="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sSub>
                                      <m:sSubPr>
                                        <m:ctrlPr>
                                          <a:rPr lang="ko-KR" alt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6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600" i="1" smtClean="0">
                                            <a:latin typeface="Cambria Math" panose="02040503050406030204" pitchFamily="18" charset="0"/>
                                          </a:rPr>
                                          <m:t>𝑟𝑦</m:t>
                                        </m:r>
                                      </m:sub>
                                    </m:sSub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ko-KR" altLang="ko-KR" sz="1600" i="0" smtClean="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ko-KR" altLang="en-US" sz="160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sSub>
                                      <m:sSubPr>
                                        <m:ctrlPr>
                                          <a:rPr lang="ko-KR" alt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6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600" i="1" smtClean="0">
                                            <a:latin typeface="Cambria Math" panose="02040503050406030204" pitchFamily="18" charset="0"/>
                                          </a:rPr>
                                          <m:t>𝑟𝑥</m:t>
                                        </m:r>
                                      </m:sub>
                                    </m:sSub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ko-KR" alt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60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p>
                                        <m:r>
                                          <a:rPr lang="ko-KR" altLang="ko-KR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marL="79115" marR="79115" marT="39558" marB="39558" anchor="ctr"/>
                    </a:tc>
                    <a:extLst>
                      <a:ext uri="{0D108BD9-81ED-4DB2-BD59-A6C34878D82A}">
                        <a16:rowId xmlns:a16="http://schemas.microsoft.com/office/drawing/2014/main" val="806874444"/>
                      </a:ext>
                    </a:extLst>
                  </a:tr>
                  <a:tr h="39562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Closing Velocity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/>
                        </a:p>
                      </a:txBody>
                      <a:tcPr marL="79115" marR="79115" marT="39558" marB="39558" anchor="ctr"/>
                    </a:tc>
                    <a:extLst>
                      <a:ext uri="{0D108BD9-81ED-4DB2-BD59-A6C34878D82A}">
                        <a16:rowId xmlns:a16="http://schemas.microsoft.com/office/drawing/2014/main" val="3443290073"/>
                      </a:ext>
                    </a:extLst>
                  </a:tr>
                  <a:tr h="39562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Output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ko-KR" altLang="en-US" sz="160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sz="160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altLang="ko-KR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acc>
                                <m:r>
                                  <a:rPr lang="ko-KR" altLang="ko-KR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marL="79115" marR="79115" marT="39558" marB="39558" anchor="ctr"/>
                    </a:tc>
                    <a:extLst>
                      <a:ext uri="{0D108BD9-81ED-4DB2-BD59-A6C34878D82A}">
                        <a16:rowId xmlns:a16="http://schemas.microsoft.com/office/drawing/2014/main" val="39218376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7D8B80C9-6319-3846-BEB7-7DEF6858CB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5718690"/>
                  </p:ext>
                </p:extLst>
              </p:nvPr>
            </p:nvGraphicFramePr>
            <p:xfrm>
              <a:off x="3384550" y="1798317"/>
              <a:ext cx="7702550" cy="467135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98231">
                      <a:extLst>
                        <a:ext uri="{9D8B030D-6E8A-4147-A177-3AD203B41FA5}">
                          <a16:colId xmlns:a16="http://schemas.microsoft.com/office/drawing/2014/main" val="3163240013"/>
                        </a:ext>
                      </a:extLst>
                    </a:gridCol>
                    <a:gridCol w="6004319">
                      <a:extLst>
                        <a:ext uri="{9D8B030D-6E8A-4147-A177-3AD203B41FA5}">
                          <a16:colId xmlns:a16="http://schemas.microsoft.com/office/drawing/2014/main" val="256673723"/>
                        </a:ext>
                      </a:extLst>
                    </a:gridCol>
                  </a:tblGrid>
                  <a:tr h="39562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800"/>
                            <a:t>구분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800"/>
                            <a:t>내용</a:t>
                          </a:r>
                        </a:p>
                      </a:txBody>
                      <a:tcPr marL="79115" marR="79115" marT="39558" marB="39558" anchor="ctr"/>
                    </a:tc>
                    <a:extLst>
                      <a:ext uri="{0D108BD9-81ED-4DB2-BD59-A6C34878D82A}">
                        <a16:rowId xmlns:a16="http://schemas.microsoft.com/office/drawing/2014/main" val="1056018114"/>
                      </a:ext>
                    </a:extLst>
                  </a:tr>
                  <a:tr h="39562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Input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9115" marR="79115" marT="39558" marB="39558" anchor="ctr">
                        <a:blipFill>
                          <a:blip r:embed="rId3"/>
                          <a:stretch>
                            <a:fillRect l="-28426" t="-103077" r="-203" b="-99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01427"/>
                      </a:ext>
                    </a:extLst>
                  </a:tr>
                  <a:tr h="39562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Relative Position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9115" marR="79115" marT="39558" marB="39558" anchor="ctr">
                        <a:blipFill>
                          <a:blip r:embed="rId3"/>
                          <a:stretch>
                            <a:fillRect l="-28426" t="-203077" r="-203" b="-89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2665141"/>
                      </a:ext>
                    </a:extLst>
                  </a:tr>
                  <a:tr h="39562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Range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9115" marR="79115" marT="39558" marB="39558" anchor="ctr">
                        <a:blipFill>
                          <a:blip r:embed="rId3"/>
                          <a:stretch>
                            <a:fillRect l="-28426" t="-303077" r="-203" b="-79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350123"/>
                      </a:ext>
                    </a:extLst>
                  </a:tr>
                  <a:tr h="62699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LOS Angle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9115" marR="79115" marT="39558" marB="39558" anchor="ctr">
                        <a:blipFill>
                          <a:blip r:embed="rId3"/>
                          <a:stretch>
                            <a:fillRect l="-28426" t="-254369" r="-203" b="-4009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0395475"/>
                      </a:ext>
                    </a:extLst>
                  </a:tr>
                  <a:tr h="586037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Relative Velocity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9115" marR="79115" marT="39558" marB="39558" anchor="ctr">
                        <a:blipFill>
                          <a:blip r:embed="rId3"/>
                          <a:stretch>
                            <a:fillRect l="-28426" t="-376289" r="-203" b="-3257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6409169"/>
                      </a:ext>
                    </a:extLst>
                  </a:tr>
                  <a:tr h="54228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Range Rate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9115" marR="79115" marT="39558" marB="39558" anchor="ctr">
                        <a:blipFill>
                          <a:blip r:embed="rId3"/>
                          <a:stretch>
                            <a:fillRect l="-28426" t="-519101" r="-203" b="-255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4525501"/>
                      </a:ext>
                    </a:extLst>
                  </a:tr>
                  <a:tr h="54228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LOS Rate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9115" marR="79115" marT="39558" marB="39558" anchor="ctr">
                        <a:blipFill>
                          <a:blip r:embed="rId3"/>
                          <a:stretch>
                            <a:fillRect l="-28426" t="-619101" r="-203" b="-155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6874444"/>
                      </a:ext>
                    </a:extLst>
                  </a:tr>
                  <a:tr h="39562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Closing Velocity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9115" marR="79115" marT="39558" marB="39558" anchor="ctr">
                        <a:blipFill>
                          <a:blip r:embed="rId3"/>
                          <a:stretch>
                            <a:fillRect l="-28426" t="-984615" r="-203" b="-11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3290073"/>
                      </a:ext>
                    </a:extLst>
                  </a:tr>
                  <a:tr h="39562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Output</a:t>
                          </a:r>
                        </a:p>
                      </a:txBody>
                      <a:tcPr marL="79115" marR="79115" marT="39558" marB="39558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9115" marR="79115" marT="39558" marB="39558" anchor="ctr">
                        <a:blipFill>
                          <a:blip r:embed="rId3"/>
                          <a:stretch>
                            <a:fillRect l="-28426" t="-1084615" r="-203" b="-1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8376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2848911-97A2-8C92-D9C6-2D866EA92378}"/>
              </a:ext>
            </a:extLst>
          </p:cNvPr>
          <p:cNvSpPr txBox="1"/>
          <p:nvPr/>
        </p:nvSpPr>
        <p:spPr>
          <a:xfrm>
            <a:off x="3384550" y="1428985"/>
            <a:ext cx="2084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Relative geometry</a:t>
            </a:r>
            <a:endParaRPr lang="ko-KR" altLang="en-US"/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3565B5A5-3322-1574-F256-0DB1DA9A93EA}"/>
              </a:ext>
            </a:extLst>
          </p:cNvPr>
          <p:cNvGrpSpPr/>
          <p:nvPr/>
        </p:nvGrpSpPr>
        <p:grpSpPr>
          <a:xfrm>
            <a:off x="1400170" y="2134406"/>
            <a:ext cx="1638300" cy="3999171"/>
            <a:chOff x="1400170" y="2134406"/>
            <a:chExt cx="1638300" cy="3999171"/>
          </a:xfrm>
        </p:grpSpPr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A0D86578-4AEE-E00A-1C48-D6BEF3420BBC}"/>
                </a:ext>
              </a:extLst>
            </p:cNvPr>
            <p:cNvGrpSpPr/>
            <p:nvPr/>
          </p:nvGrpSpPr>
          <p:grpSpPr>
            <a:xfrm>
              <a:off x="1400170" y="2134406"/>
              <a:ext cx="1638300" cy="3999171"/>
              <a:chOff x="1568448" y="1757288"/>
              <a:chExt cx="1638300" cy="3999171"/>
            </a:xfrm>
          </p:grpSpPr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AA4BEDA7-EA9A-DA51-54A4-1FE7EAB65B54}"/>
                  </a:ext>
                </a:extLst>
              </p:cNvPr>
              <p:cNvSpPr/>
              <p:nvPr/>
            </p:nvSpPr>
            <p:spPr>
              <a:xfrm>
                <a:off x="1568448" y="1757288"/>
                <a:ext cx="1638300" cy="29844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Configuration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FA48FE5C-2956-5D4F-5F5F-5A8BB61AFA8A}"/>
                  </a:ext>
                </a:extLst>
              </p:cNvPr>
              <p:cNvSpPr/>
              <p:nvPr/>
            </p:nvSpPr>
            <p:spPr>
              <a:xfrm>
                <a:off x="1568448" y="2897693"/>
                <a:ext cx="1638300" cy="463986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Relative geometry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사각형: 둥근 모서리 47">
                <a:extLst>
                  <a:ext uri="{FF2B5EF4-FFF2-40B4-BE49-F238E27FC236}">
                    <a16:creationId xmlns:a16="http://schemas.microsoft.com/office/drawing/2014/main" id="{FFBF65E1-F03A-3240-6CCF-6B724540A3F4}"/>
                  </a:ext>
                </a:extLst>
              </p:cNvPr>
              <p:cNvSpPr/>
              <p:nvPr/>
            </p:nvSpPr>
            <p:spPr>
              <a:xfrm>
                <a:off x="1568448" y="3651180"/>
                <a:ext cx="1638300" cy="29844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PN guidance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사각형: 둥근 모서리 48">
                <a:extLst>
                  <a:ext uri="{FF2B5EF4-FFF2-40B4-BE49-F238E27FC236}">
                    <a16:creationId xmlns:a16="http://schemas.microsoft.com/office/drawing/2014/main" id="{07B84B1D-813F-6B64-D64C-83F404BCD882}"/>
                  </a:ext>
                </a:extLst>
              </p:cNvPr>
              <p:cNvSpPr/>
              <p:nvPr/>
            </p:nvSpPr>
            <p:spPr>
              <a:xfrm>
                <a:off x="1568448" y="4257316"/>
                <a:ext cx="1638300" cy="45232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:r>
                  <a:rPr lang="ko-KR" altLang="ko-KR" sz="1400">
                    <a:solidFill>
                      <a:schemeClr val="tx1"/>
                    </a:solidFill>
                  </a:rPr>
                  <a:t>Command </a:t>
                </a:r>
                <a:r>
                  <a:rPr lang="en-US" altLang="ko-KR" sz="1400">
                    <a:solidFill>
                      <a:schemeClr val="tx1"/>
                    </a:solidFill>
                  </a:rPr>
                  <a:t>m</a:t>
                </a:r>
                <a:r>
                  <a:rPr lang="ko-KR" altLang="ko-KR" sz="1400">
                    <a:solidFill>
                      <a:schemeClr val="tx1"/>
                    </a:solidFill>
                  </a:rPr>
                  <a:t>apper</a:t>
                </a:r>
              </a:p>
            </p:txBody>
          </p:sp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F49773A0-D2C1-FC6E-9479-C6A9A319AA12}"/>
                  </a:ext>
                </a:extLst>
              </p:cNvPr>
              <p:cNvSpPr/>
              <p:nvPr/>
            </p:nvSpPr>
            <p:spPr>
              <a:xfrm>
                <a:off x="1568448" y="2203334"/>
                <a:ext cx="1638300" cy="45232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ko-KR" sz="1400">
                    <a:solidFill>
                      <a:schemeClr val="tx1"/>
                    </a:solidFill>
                  </a:rPr>
                  <a:t>Simulation </a:t>
                </a:r>
                <a:r>
                  <a:rPr lang="en-US" altLang="ko-KR" sz="1400">
                    <a:solidFill>
                      <a:schemeClr val="tx1"/>
                    </a:solidFill>
                  </a:rPr>
                  <a:t>m</a:t>
                </a:r>
                <a:r>
                  <a:rPr lang="ko-KR" altLang="ko-KR" sz="1400">
                    <a:solidFill>
                      <a:schemeClr val="tx1"/>
                    </a:solidFill>
                  </a:rPr>
                  <a:t>anager</a:t>
                </a:r>
              </a:p>
            </p:txBody>
          </p:sp>
          <p:cxnSp>
            <p:nvCxnSpPr>
              <p:cNvPr id="53" name="직선 화살표 연결선 52">
                <a:extLst>
                  <a:ext uri="{FF2B5EF4-FFF2-40B4-BE49-F238E27FC236}">
                    <a16:creationId xmlns:a16="http://schemas.microsoft.com/office/drawing/2014/main" id="{7AE93601-3EBB-9764-92C4-B9347B75853F}"/>
                  </a:ext>
                </a:extLst>
              </p:cNvPr>
              <p:cNvCxnSpPr>
                <a:cxnSpLocks/>
                <a:stCxn id="50" idx="2"/>
                <a:endCxn id="47" idx="0"/>
              </p:cNvCxnSpPr>
              <p:nvPr/>
            </p:nvCxnSpPr>
            <p:spPr>
              <a:xfrm>
                <a:off x="2387598" y="2655662"/>
                <a:ext cx="0" cy="24203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화살표 연결선 53">
                <a:extLst>
                  <a:ext uri="{FF2B5EF4-FFF2-40B4-BE49-F238E27FC236}">
                    <a16:creationId xmlns:a16="http://schemas.microsoft.com/office/drawing/2014/main" id="{46C572C9-63E3-35A9-A41D-D2D0AC9FCF74}"/>
                  </a:ext>
                </a:extLst>
              </p:cNvPr>
              <p:cNvCxnSpPr>
                <a:cxnSpLocks/>
                <a:stCxn id="47" idx="2"/>
                <a:endCxn id="48" idx="0"/>
              </p:cNvCxnSpPr>
              <p:nvPr/>
            </p:nvCxnSpPr>
            <p:spPr>
              <a:xfrm>
                <a:off x="2387598" y="3361679"/>
                <a:ext cx="0" cy="2895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화살표 연결선 54">
                <a:extLst>
                  <a:ext uri="{FF2B5EF4-FFF2-40B4-BE49-F238E27FC236}">
                    <a16:creationId xmlns:a16="http://schemas.microsoft.com/office/drawing/2014/main" id="{C3D5F88E-2AB3-42BE-D789-68940B632ED9}"/>
                  </a:ext>
                </a:extLst>
              </p:cNvPr>
              <p:cNvCxnSpPr>
                <a:cxnSpLocks/>
                <a:stCxn id="48" idx="2"/>
                <a:endCxn id="49" idx="0"/>
              </p:cNvCxnSpPr>
              <p:nvPr/>
            </p:nvCxnSpPr>
            <p:spPr>
              <a:xfrm>
                <a:off x="2387598" y="3949624"/>
                <a:ext cx="0" cy="30769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화살표 연결선 55">
                <a:extLst>
                  <a:ext uri="{FF2B5EF4-FFF2-40B4-BE49-F238E27FC236}">
                    <a16:creationId xmlns:a16="http://schemas.microsoft.com/office/drawing/2014/main" id="{40BDA999-FB9F-B6A1-3C12-E4F564AFD94C}"/>
                  </a:ext>
                </a:extLst>
              </p:cNvPr>
              <p:cNvCxnSpPr>
                <a:cxnSpLocks/>
                <a:stCxn id="49" idx="2"/>
                <a:endCxn id="67" idx="0"/>
              </p:cNvCxnSpPr>
              <p:nvPr/>
            </p:nvCxnSpPr>
            <p:spPr>
              <a:xfrm>
                <a:off x="2387598" y="4709644"/>
                <a:ext cx="0" cy="1710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화살표 연결선 56">
                <a:extLst>
                  <a:ext uri="{FF2B5EF4-FFF2-40B4-BE49-F238E27FC236}">
                    <a16:creationId xmlns:a16="http://schemas.microsoft.com/office/drawing/2014/main" id="{E2E46865-F95E-B25B-1D51-B348140C0943}"/>
                  </a:ext>
                </a:extLst>
              </p:cNvPr>
              <p:cNvCxnSpPr>
                <a:cxnSpLocks/>
                <a:stCxn id="45" idx="2"/>
                <a:endCxn id="50" idx="0"/>
              </p:cNvCxnSpPr>
              <p:nvPr/>
            </p:nvCxnSpPr>
            <p:spPr>
              <a:xfrm>
                <a:off x="2387598" y="2055732"/>
                <a:ext cx="0" cy="14760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사각형: 둥근 모서리 57">
                <a:extLst>
                  <a:ext uri="{FF2B5EF4-FFF2-40B4-BE49-F238E27FC236}">
                    <a16:creationId xmlns:a16="http://schemas.microsoft.com/office/drawing/2014/main" id="{B9EB6876-9DEC-B90A-43D2-F0B74CAD04E1}"/>
                  </a:ext>
                </a:extLst>
              </p:cNvPr>
              <p:cNvSpPr/>
              <p:nvPr/>
            </p:nvSpPr>
            <p:spPr>
              <a:xfrm>
                <a:off x="1568448" y="5458015"/>
                <a:ext cx="1638300" cy="29844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Viualization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9" name="직선 화살표 연결선 58">
                <a:extLst>
                  <a:ext uri="{FF2B5EF4-FFF2-40B4-BE49-F238E27FC236}">
                    <a16:creationId xmlns:a16="http://schemas.microsoft.com/office/drawing/2014/main" id="{24876142-C991-537B-D463-71D59AC7DEA9}"/>
                  </a:ext>
                </a:extLst>
              </p:cNvPr>
              <p:cNvCxnSpPr>
                <a:cxnSpLocks/>
                <a:stCxn id="67" idx="2"/>
                <a:endCxn id="58" idx="0"/>
              </p:cNvCxnSpPr>
              <p:nvPr/>
            </p:nvCxnSpPr>
            <p:spPr>
              <a:xfrm>
                <a:off x="2387598" y="5179121"/>
                <a:ext cx="0" cy="27889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F00F6F4D-6325-23D4-8CC4-B8EEFA0386B2}"/>
                  </a:ext>
                </a:extLst>
              </p:cNvPr>
              <p:cNvSpPr/>
              <p:nvPr/>
            </p:nvSpPr>
            <p:spPr>
              <a:xfrm>
                <a:off x="1568448" y="4880677"/>
                <a:ext cx="1638300" cy="29844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Kinematics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5" name="연결선: 꺾임 84">
              <a:extLst>
                <a:ext uri="{FF2B5EF4-FFF2-40B4-BE49-F238E27FC236}">
                  <a16:creationId xmlns:a16="http://schemas.microsoft.com/office/drawing/2014/main" id="{0D37CB26-647B-D9E8-0C2F-DEBC2B958F6C}"/>
                </a:ext>
              </a:extLst>
            </p:cNvPr>
            <p:cNvCxnSpPr>
              <a:cxnSpLocks/>
              <a:stCxn id="67" idx="2"/>
              <a:endCxn id="50" idx="1"/>
            </p:cNvCxnSpPr>
            <p:nvPr/>
          </p:nvCxnSpPr>
          <p:spPr>
            <a:xfrm rot="5400000" flipH="1">
              <a:off x="434933" y="3771853"/>
              <a:ext cx="2749623" cy="819150"/>
            </a:xfrm>
            <a:prstGeom prst="bentConnector4">
              <a:avLst>
                <a:gd name="adj1" fmla="val -3233"/>
                <a:gd name="adj2" fmla="val 127907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86877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AE370-D211-0CFE-96F9-CB8E7735D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59618C0E-26F6-D4CC-BA37-1A2287C98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 sz="2000"/>
            </a:br>
            <a:r>
              <a:rPr lang="en-US" altLang="ko-KR" sz="2000"/>
              <a:t>Step 4. </a:t>
            </a:r>
            <a:r>
              <a:rPr lang="ko-KR" altLang="en-US" sz="2000"/>
              <a:t>모듈 설계</a:t>
            </a:r>
            <a:r>
              <a:rPr lang="en-US" altLang="ko-KR" sz="2000"/>
              <a:t> – </a:t>
            </a:r>
            <a:r>
              <a:rPr lang="ko-KR" altLang="en-US" sz="2000"/>
              <a:t>시뮬레이션 메니저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A67FA-02AA-DD10-A802-7F275B205978}"/>
              </a:ext>
            </a:extLst>
          </p:cNvPr>
          <p:cNvSpPr txBox="1"/>
          <p:nvPr/>
        </p:nvSpPr>
        <p:spPr>
          <a:xfrm>
            <a:off x="3683000" y="1163677"/>
            <a:ext cx="60960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/>
              <a:t>Current States</a:t>
            </a:r>
          </a:p>
          <a:p>
            <a:pPr algn="ctr"/>
            <a:r>
              <a:rPr lang="ko-KR" altLang="en-US" sz="1400"/>
              <a:t>     │</a:t>
            </a:r>
          </a:p>
          <a:p>
            <a:pPr algn="ctr"/>
            <a:r>
              <a:rPr lang="ko-KR" altLang="en-US" sz="1400"/>
              <a:t>     ▼</a:t>
            </a:r>
          </a:p>
          <a:p>
            <a:pPr algn="ctr"/>
            <a:r>
              <a:rPr lang="ko-KR" altLang="en-US" sz="1400"/>
              <a:t>Relative Geometry</a:t>
            </a:r>
          </a:p>
          <a:p>
            <a:pPr algn="ctr"/>
            <a:r>
              <a:rPr lang="ko-KR" altLang="en-US" sz="1400"/>
              <a:t>     │</a:t>
            </a:r>
          </a:p>
          <a:p>
            <a:pPr algn="ctr"/>
            <a:r>
              <a:rPr lang="ko-KR" altLang="en-US" sz="1400"/>
              <a:t>     ▼</a:t>
            </a:r>
          </a:p>
          <a:p>
            <a:pPr algn="ctr"/>
            <a:r>
              <a:rPr lang="ko-KR" altLang="en-US" sz="1400"/>
              <a:t> PN Guidance</a:t>
            </a:r>
          </a:p>
          <a:p>
            <a:pPr algn="ctr"/>
            <a:r>
              <a:rPr lang="ko-KR" altLang="en-US" sz="1400"/>
              <a:t>     │</a:t>
            </a:r>
          </a:p>
          <a:p>
            <a:pPr algn="ctr"/>
            <a:r>
              <a:rPr lang="ko-KR" altLang="en-US" sz="1400"/>
              <a:t>     ▼</a:t>
            </a:r>
          </a:p>
          <a:p>
            <a:pPr algn="ctr"/>
            <a:r>
              <a:rPr lang="ko-KR" altLang="en-US" sz="1400"/>
              <a:t>Command Mapper</a:t>
            </a:r>
          </a:p>
          <a:p>
            <a:pPr algn="ctr"/>
            <a:r>
              <a:rPr lang="ko-KR" altLang="en-US" sz="1400"/>
              <a:t>     │</a:t>
            </a:r>
          </a:p>
          <a:p>
            <a:pPr algn="ctr"/>
            <a:r>
              <a:rPr lang="ko-KR" altLang="en-US" sz="1400"/>
              <a:t>     ▼</a:t>
            </a:r>
          </a:p>
          <a:p>
            <a:pPr algn="ctr"/>
            <a:r>
              <a:rPr lang="ko-KR" altLang="en-US" sz="1400"/>
              <a:t>  Kinematics</a:t>
            </a:r>
          </a:p>
          <a:p>
            <a:pPr algn="ctr"/>
            <a:r>
              <a:rPr lang="ko-KR" altLang="en-US" sz="1400"/>
              <a:t>     │</a:t>
            </a:r>
          </a:p>
          <a:p>
            <a:pPr algn="ctr"/>
            <a:r>
              <a:rPr lang="ko-KR" altLang="en-US" sz="1400"/>
              <a:t>     ▼</a:t>
            </a:r>
          </a:p>
          <a:p>
            <a:pPr algn="ctr"/>
            <a:r>
              <a:rPr lang="ko-KR" altLang="en-US" sz="1400"/>
              <a:t> State Update</a:t>
            </a:r>
          </a:p>
          <a:p>
            <a:pPr algn="ctr"/>
            <a:r>
              <a:rPr lang="ko-KR" altLang="en-US" sz="1400"/>
              <a:t>     │</a:t>
            </a:r>
          </a:p>
          <a:p>
            <a:pPr algn="ctr"/>
            <a:r>
              <a:rPr lang="ko-KR" altLang="en-US" sz="1400"/>
              <a:t>     ▼</a:t>
            </a:r>
          </a:p>
          <a:p>
            <a:pPr algn="ctr"/>
            <a:r>
              <a:rPr lang="ko-KR" altLang="en-US" sz="1400"/>
              <a:t>  Evaluation</a:t>
            </a:r>
          </a:p>
          <a:p>
            <a:pPr algn="ctr"/>
            <a:r>
              <a:rPr lang="ko-KR" altLang="en-US" sz="1400"/>
              <a:t>     │</a:t>
            </a:r>
          </a:p>
          <a:p>
            <a:pPr algn="ctr"/>
            <a:r>
              <a:rPr lang="ko-KR" altLang="en-US" sz="1400"/>
              <a:t> ┌───┴────┐</a:t>
            </a:r>
          </a:p>
          <a:p>
            <a:pPr algn="ctr"/>
            <a:r>
              <a:rPr lang="ko-KR" altLang="en-US" sz="1400"/>
              <a:t> │        │</a:t>
            </a:r>
          </a:p>
          <a:p>
            <a:pPr algn="ctr"/>
            <a:r>
              <a:rPr lang="ko-KR" altLang="en-US" sz="1400"/>
              <a:t>No       Yes</a:t>
            </a:r>
          </a:p>
          <a:p>
            <a:pPr algn="ctr"/>
            <a:r>
              <a:rPr lang="ko-KR" altLang="en-US" sz="1400"/>
              <a:t> │        │</a:t>
            </a:r>
          </a:p>
          <a:p>
            <a:pPr algn="ctr"/>
            <a:r>
              <a:rPr lang="ko-KR" altLang="en-US" sz="1400"/>
              <a:t> └─↺    Terminate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2C8686C-BAE6-06BE-BD53-90D09DDA4C6A}"/>
              </a:ext>
            </a:extLst>
          </p:cNvPr>
          <p:cNvGrpSpPr/>
          <p:nvPr/>
        </p:nvGrpSpPr>
        <p:grpSpPr>
          <a:xfrm>
            <a:off x="1400170" y="2134406"/>
            <a:ext cx="1638300" cy="3999171"/>
            <a:chOff x="1400170" y="2134406"/>
            <a:chExt cx="1638300" cy="3999171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B6AEF2BB-8945-9763-995A-109682BDDD16}"/>
                </a:ext>
              </a:extLst>
            </p:cNvPr>
            <p:cNvGrpSpPr/>
            <p:nvPr/>
          </p:nvGrpSpPr>
          <p:grpSpPr>
            <a:xfrm>
              <a:off x="1400170" y="2134406"/>
              <a:ext cx="1638300" cy="3999171"/>
              <a:chOff x="1568448" y="1757288"/>
              <a:chExt cx="1638300" cy="3999171"/>
            </a:xfrm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06E72DA3-BA87-711C-7243-E3A5F6B3032A}"/>
                  </a:ext>
                </a:extLst>
              </p:cNvPr>
              <p:cNvSpPr/>
              <p:nvPr/>
            </p:nvSpPr>
            <p:spPr>
              <a:xfrm>
                <a:off x="1568448" y="1757288"/>
                <a:ext cx="1638300" cy="29844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Configuration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2EEB1D46-77E9-EA89-5353-229CEA2C1D44}"/>
                  </a:ext>
                </a:extLst>
              </p:cNvPr>
              <p:cNvSpPr/>
              <p:nvPr/>
            </p:nvSpPr>
            <p:spPr>
              <a:xfrm>
                <a:off x="1568448" y="2897693"/>
                <a:ext cx="1638300" cy="463986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Relative geometry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사각형: 둥근 모서리 57">
                <a:extLst>
                  <a:ext uri="{FF2B5EF4-FFF2-40B4-BE49-F238E27FC236}">
                    <a16:creationId xmlns:a16="http://schemas.microsoft.com/office/drawing/2014/main" id="{6C818D8D-B1D8-B229-8942-B08C21F4588E}"/>
                  </a:ext>
                </a:extLst>
              </p:cNvPr>
              <p:cNvSpPr/>
              <p:nvPr/>
            </p:nvSpPr>
            <p:spPr>
              <a:xfrm>
                <a:off x="1568448" y="3651180"/>
                <a:ext cx="1638300" cy="29844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PN guidance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E14A833A-0D31-1C6D-31E2-017A9A7FBF86}"/>
                  </a:ext>
                </a:extLst>
              </p:cNvPr>
              <p:cNvSpPr/>
              <p:nvPr/>
            </p:nvSpPr>
            <p:spPr>
              <a:xfrm>
                <a:off x="1568448" y="4257316"/>
                <a:ext cx="1638300" cy="45232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:r>
                  <a:rPr lang="ko-KR" altLang="ko-KR" sz="1400">
                    <a:solidFill>
                      <a:schemeClr val="tx1"/>
                    </a:solidFill>
                  </a:rPr>
                  <a:t>Command </a:t>
                </a:r>
                <a:r>
                  <a:rPr lang="en-US" altLang="ko-KR" sz="1400">
                    <a:solidFill>
                      <a:schemeClr val="tx1"/>
                    </a:solidFill>
                  </a:rPr>
                  <a:t>m</a:t>
                </a:r>
                <a:r>
                  <a:rPr lang="ko-KR" altLang="ko-KR" sz="1400">
                    <a:solidFill>
                      <a:schemeClr val="tx1"/>
                    </a:solidFill>
                  </a:rPr>
                  <a:t>apper</a:t>
                </a:r>
              </a:p>
            </p:txBody>
          </p:sp>
          <p:sp>
            <p:nvSpPr>
              <p:cNvPr id="60" name="사각형: 둥근 모서리 59">
                <a:extLst>
                  <a:ext uri="{FF2B5EF4-FFF2-40B4-BE49-F238E27FC236}">
                    <a16:creationId xmlns:a16="http://schemas.microsoft.com/office/drawing/2014/main" id="{19AE1528-9CA0-FA62-2754-D8F7B2E199DF}"/>
                  </a:ext>
                </a:extLst>
              </p:cNvPr>
              <p:cNvSpPr/>
              <p:nvPr/>
            </p:nvSpPr>
            <p:spPr>
              <a:xfrm>
                <a:off x="1568448" y="2203334"/>
                <a:ext cx="1638300" cy="45232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ko-KR" sz="1400">
                    <a:solidFill>
                      <a:schemeClr val="tx1"/>
                    </a:solidFill>
                  </a:rPr>
                  <a:t>Simulation </a:t>
                </a:r>
                <a:r>
                  <a:rPr lang="en-US" altLang="ko-KR" sz="1400">
                    <a:solidFill>
                      <a:schemeClr val="tx1"/>
                    </a:solidFill>
                  </a:rPr>
                  <a:t>m</a:t>
                </a:r>
                <a:r>
                  <a:rPr lang="ko-KR" altLang="ko-KR" sz="1400">
                    <a:solidFill>
                      <a:schemeClr val="tx1"/>
                    </a:solidFill>
                  </a:rPr>
                  <a:t>anager</a:t>
                </a:r>
              </a:p>
            </p:txBody>
          </p:sp>
          <p:cxnSp>
            <p:nvCxnSpPr>
              <p:cNvPr id="61" name="직선 화살표 연결선 60">
                <a:extLst>
                  <a:ext uri="{FF2B5EF4-FFF2-40B4-BE49-F238E27FC236}">
                    <a16:creationId xmlns:a16="http://schemas.microsoft.com/office/drawing/2014/main" id="{09C5813B-C249-F634-8FF6-B3F0CB602BB6}"/>
                  </a:ext>
                </a:extLst>
              </p:cNvPr>
              <p:cNvCxnSpPr>
                <a:cxnSpLocks/>
                <a:stCxn id="60" idx="2"/>
                <a:endCxn id="57" idx="0"/>
              </p:cNvCxnSpPr>
              <p:nvPr/>
            </p:nvCxnSpPr>
            <p:spPr>
              <a:xfrm>
                <a:off x="2387598" y="2655662"/>
                <a:ext cx="0" cy="24203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화살표 연결선 61">
                <a:extLst>
                  <a:ext uri="{FF2B5EF4-FFF2-40B4-BE49-F238E27FC236}">
                    <a16:creationId xmlns:a16="http://schemas.microsoft.com/office/drawing/2014/main" id="{42CEDE09-E90B-E05F-05B0-3C80861899C1}"/>
                  </a:ext>
                </a:extLst>
              </p:cNvPr>
              <p:cNvCxnSpPr>
                <a:cxnSpLocks/>
                <a:stCxn id="57" idx="2"/>
                <a:endCxn id="58" idx="0"/>
              </p:cNvCxnSpPr>
              <p:nvPr/>
            </p:nvCxnSpPr>
            <p:spPr>
              <a:xfrm>
                <a:off x="2387598" y="3361679"/>
                <a:ext cx="0" cy="2895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화살표 연결선 62">
                <a:extLst>
                  <a:ext uri="{FF2B5EF4-FFF2-40B4-BE49-F238E27FC236}">
                    <a16:creationId xmlns:a16="http://schemas.microsoft.com/office/drawing/2014/main" id="{7F5561AD-0B78-96D9-7A66-65A509364744}"/>
                  </a:ext>
                </a:extLst>
              </p:cNvPr>
              <p:cNvCxnSpPr>
                <a:cxnSpLocks/>
                <a:stCxn id="58" idx="2"/>
                <a:endCxn id="59" idx="0"/>
              </p:cNvCxnSpPr>
              <p:nvPr/>
            </p:nvCxnSpPr>
            <p:spPr>
              <a:xfrm>
                <a:off x="2387598" y="3949624"/>
                <a:ext cx="0" cy="30769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화살표 연결선 63">
                <a:extLst>
                  <a:ext uri="{FF2B5EF4-FFF2-40B4-BE49-F238E27FC236}">
                    <a16:creationId xmlns:a16="http://schemas.microsoft.com/office/drawing/2014/main" id="{608505CD-3848-7925-3DFA-C5A630305EAB}"/>
                  </a:ext>
                </a:extLst>
              </p:cNvPr>
              <p:cNvCxnSpPr>
                <a:cxnSpLocks/>
                <a:stCxn id="59" idx="2"/>
                <a:endCxn id="68" idx="0"/>
              </p:cNvCxnSpPr>
              <p:nvPr/>
            </p:nvCxnSpPr>
            <p:spPr>
              <a:xfrm>
                <a:off x="2387598" y="4709644"/>
                <a:ext cx="0" cy="1710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화살표 연결선 64">
                <a:extLst>
                  <a:ext uri="{FF2B5EF4-FFF2-40B4-BE49-F238E27FC236}">
                    <a16:creationId xmlns:a16="http://schemas.microsoft.com/office/drawing/2014/main" id="{69262E0D-8DF4-EA1B-B86E-A91A390EE033}"/>
                  </a:ext>
                </a:extLst>
              </p:cNvPr>
              <p:cNvCxnSpPr>
                <a:cxnSpLocks/>
                <a:stCxn id="56" idx="2"/>
                <a:endCxn id="60" idx="0"/>
              </p:cNvCxnSpPr>
              <p:nvPr/>
            </p:nvCxnSpPr>
            <p:spPr>
              <a:xfrm>
                <a:off x="2387598" y="2055732"/>
                <a:ext cx="0" cy="14760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35028DA4-0204-D733-B729-17639C12AE35}"/>
                  </a:ext>
                </a:extLst>
              </p:cNvPr>
              <p:cNvSpPr/>
              <p:nvPr/>
            </p:nvSpPr>
            <p:spPr>
              <a:xfrm>
                <a:off x="1568448" y="5458015"/>
                <a:ext cx="1638300" cy="29844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Viualization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7" name="직선 화살표 연결선 66">
                <a:extLst>
                  <a:ext uri="{FF2B5EF4-FFF2-40B4-BE49-F238E27FC236}">
                    <a16:creationId xmlns:a16="http://schemas.microsoft.com/office/drawing/2014/main" id="{3E495087-66C6-45AD-6F20-B59AC1AF1D1E}"/>
                  </a:ext>
                </a:extLst>
              </p:cNvPr>
              <p:cNvCxnSpPr>
                <a:cxnSpLocks/>
                <a:stCxn id="68" idx="2"/>
                <a:endCxn id="66" idx="0"/>
              </p:cNvCxnSpPr>
              <p:nvPr/>
            </p:nvCxnSpPr>
            <p:spPr>
              <a:xfrm>
                <a:off x="2387598" y="5179121"/>
                <a:ext cx="0" cy="27889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사각형: 둥근 모서리 67">
                <a:extLst>
                  <a:ext uri="{FF2B5EF4-FFF2-40B4-BE49-F238E27FC236}">
                    <a16:creationId xmlns:a16="http://schemas.microsoft.com/office/drawing/2014/main" id="{DCE065DA-4A12-74F4-FBEC-FF4780784392}"/>
                  </a:ext>
                </a:extLst>
              </p:cNvPr>
              <p:cNvSpPr/>
              <p:nvPr/>
            </p:nvSpPr>
            <p:spPr>
              <a:xfrm>
                <a:off x="1568448" y="4880677"/>
                <a:ext cx="1638300" cy="29844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Kinematics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55" name="연결선: 꺾임 54">
              <a:extLst>
                <a:ext uri="{FF2B5EF4-FFF2-40B4-BE49-F238E27FC236}">
                  <a16:creationId xmlns:a16="http://schemas.microsoft.com/office/drawing/2014/main" id="{C58ED859-FAB5-7476-F4EF-D691776BE224}"/>
                </a:ext>
              </a:extLst>
            </p:cNvPr>
            <p:cNvCxnSpPr>
              <a:cxnSpLocks/>
              <a:stCxn id="68" idx="2"/>
              <a:endCxn id="60" idx="1"/>
            </p:cNvCxnSpPr>
            <p:nvPr/>
          </p:nvCxnSpPr>
          <p:spPr>
            <a:xfrm rot="5400000" flipH="1">
              <a:off x="434933" y="3771853"/>
              <a:ext cx="2749623" cy="819150"/>
            </a:xfrm>
            <a:prstGeom prst="bentConnector4">
              <a:avLst>
                <a:gd name="adj1" fmla="val -3233"/>
                <a:gd name="adj2" fmla="val 127907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2711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CA3AA-9576-E2DC-EF12-1F3195458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BA2F01A8-9D77-B949-72E7-9C156939C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 sz="2000"/>
            </a:br>
            <a:r>
              <a:rPr lang="en-US" altLang="ko-KR" sz="2000"/>
              <a:t>Step 4. </a:t>
            </a:r>
            <a:r>
              <a:rPr lang="ko-KR" altLang="en-US" sz="2000"/>
              <a:t>모듈 설계</a:t>
            </a:r>
            <a:r>
              <a:rPr lang="en-US" altLang="ko-KR" sz="2000"/>
              <a:t> 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AC653658-43A1-7FB4-3D22-CE43BDF75F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8417012"/>
                  </p:ext>
                </p:extLst>
              </p:nvPr>
            </p:nvGraphicFramePr>
            <p:xfrm>
              <a:off x="3937000" y="1878274"/>
              <a:ext cx="6870700" cy="169043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18100">
                      <a:extLst>
                        <a:ext uri="{9D8B030D-6E8A-4147-A177-3AD203B41FA5}">
                          <a16:colId xmlns:a16="http://schemas.microsoft.com/office/drawing/2014/main" val="3449236402"/>
                        </a:ext>
                      </a:extLst>
                    </a:gridCol>
                    <a:gridCol w="5252600">
                      <a:extLst>
                        <a:ext uri="{9D8B030D-6E8A-4147-A177-3AD203B41FA5}">
                          <a16:colId xmlns:a16="http://schemas.microsoft.com/office/drawing/2014/main" val="184473018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구분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내용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443831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Input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ac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lit/>
                                  </m:rPr>
                                  <a:rPr 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3750973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Algorithm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acc>
                                  <m:accPr>
                                    <m:chr m:val="̇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2267251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Output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𝐿𝑎𝑡𝑒𝑟𝑎𝑙</m:t>
                                </m:r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𝑎𝑐𝑐𝑒𝑙𝑒𝑟𝑎𝑡𝑖𝑜𝑛</m:t>
                                </m:r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𝑐𝑜𝑚𝑚𝑎𝑛𝑑</m:t>
                                </m:r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m:rPr>
                                        <m:lit/>
                                      </m:r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ko-KR" alt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ko-KR" altLang="en-US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num>
                                          <m:den>
                                            <m:sSup>
                                              <m:sSupPr>
                                                <m:ctrlPr>
                                                  <a:rPr lang="ko-KR" alt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ko-KR" alt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den>
                                        </m:f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171164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AC653658-43A1-7FB4-3D22-CE43BDF75F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8417012"/>
                  </p:ext>
                </p:extLst>
              </p:nvPr>
            </p:nvGraphicFramePr>
            <p:xfrm>
              <a:off x="3937000" y="1878274"/>
              <a:ext cx="6870700" cy="169043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18100">
                      <a:extLst>
                        <a:ext uri="{9D8B030D-6E8A-4147-A177-3AD203B41FA5}">
                          <a16:colId xmlns:a16="http://schemas.microsoft.com/office/drawing/2014/main" val="3449236402"/>
                        </a:ext>
                      </a:extLst>
                    </a:gridCol>
                    <a:gridCol w="5252600">
                      <a:extLst>
                        <a:ext uri="{9D8B030D-6E8A-4147-A177-3AD203B41FA5}">
                          <a16:colId xmlns:a16="http://schemas.microsoft.com/office/drawing/2014/main" val="184473018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구분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내용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4438318"/>
                      </a:ext>
                    </a:extLst>
                  </a:tr>
                  <a:tr h="38169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Input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74" t="-103175" r="-232" b="-2492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7509735"/>
                      </a:ext>
                    </a:extLst>
                  </a:tr>
                  <a:tr h="38169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Algorithm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74" t="-203175" r="-232" b="-1492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2672515"/>
                      </a:ext>
                    </a:extLst>
                  </a:tr>
                  <a:tr h="561277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Output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974" t="-207609" r="-232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1164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033BA4E7-3AB2-B49B-C220-9C0FA5637B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7657331"/>
                  </p:ext>
                </p:extLst>
              </p:nvPr>
            </p:nvGraphicFramePr>
            <p:xfrm>
              <a:off x="3936998" y="4113478"/>
              <a:ext cx="6870701" cy="217081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09802">
                      <a:extLst>
                        <a:ext uri="{9D8B030D-6E8A-4147-A177-3AD203B41FA5}">
                          <a16:colId xmlns:a16="http://schemas.microsoft.com/office/drawing/2014/main" val="3220507935"/>
                        </a:ext>
                      </a:extLst>
                    </a:gridCol>
                    <a:gridCol w="5260899">
                      <a:extLst>
                        <a:ext uri="{9D8B030D-6E8A-4147-A177-3AD203B41FA5}">
                          <a16:colId xmlns:a16="http://schemas.microsoft.com/office/drawing/2014/main" val="168363792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구분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내용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92527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Input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lit/>
                                  </m:rPr>
                                  <a:rPr 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6137428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Relationship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func>
                                  <m:funcPr>
                                    <m:ctrlP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𝑐𝑚𝑑</m:t>
                                        </m:r>
                                      </m:sub>
                                    </m:sSub>
                                  </m:e>
                                </m:func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127571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Algorithm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ko-KR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𝑐𝑚𝑑</m:t>
                                    </m:r>
                                  </m:sub>
                                </m:sSub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tan</m:t>
                                        </m:r>
                                      </m:e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altLang="ko-K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339911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Output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𝐵𝑎𝑛𝑘</m:t>
                                </m:r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𝑎𝑛𝑔𝑙𝑒</m:t>
                                </m:r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𝑐𝑜𝑚𝑚𝑎𝑛𝑑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sSub>
                                  <m:sSubPr>
                                    <m:ctrlPr>
                                      <a:rPr lang="ko-KR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𝑐𝑚𝑑</m:t>
                                    </m:r>
                                  </m:sub>
                                </m:sSub>
                                <m:r>
                                  <m:rPr>
                                    <m:lit/>
                                  </m:rPr>
                                  <a:rPr lang="ko-KR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𝑟𝑎𝑑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12127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033BA4E7-3AB2-B49B-C220-9C0FA5637B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7657331"/>
                  </p:ext>
                </p:extLst>
              </p:nvPr>
            </p:nvGraphicFramePr>
            <p:xfrm>
              <a:off x="3936998" y="4113478"/>
              <a:ext cx="6870701" cy="217081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09802">
                      <a:extLst>
                        <a:ext uri="{9D8B030D-6E8A-4147-A177-3AD203B41FA5}">
                          <a16:colId xmlns:a16="http://schemas.microsoft.com/office/drawing/2014/main" val="3220507935"/>
                        </a:ext>
                      </a:extLst>
                    </a:gridCol>
                    <a:gridCol w="5260899">
                      <a:extLst>
                        <a:ext uri="{9D8B030D-6E8A-4147-A177-3AD203B41FA5}">
                          <a16:colId xmlns:a16="http://schemas.microsoft.com/office/drawing/2014/main" val="168363792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구분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내용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92527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Input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671" t="-108333" r="-231" b="-4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7428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Relationship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671" t="-208333" r="-231" b="-32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1275712"/>
                      </a:ext>
                    </a:extLst>
                  </a:tr>
                  <a:tr h="70777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Algorithm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671" t="-158120" r="-231" b="-64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339911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Output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671" t="-503333" r="-231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2127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3FBBD77-0C9F-F099-E7FE-9CC06AEFB834}"/>
              </a:ext>
            </a:extLst>
          </p:cNvPr>
          <p:cNvSpPr txBox="1"/>
          <p:nvPr/>
        </p:nvSpPr>
        <p:spPr>
          <a:xfrm>
            <a:off x="3937000" y="1508942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PN guidance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B0DFB5-7FE4-D183-4F16-CAF6F3633655}"/>
              </a:ext>
            </a:extLst>
          </p:cNvPr>
          <p:cNvSpPr txBox="1"/>
          <p:nvPr/>
        </p:nvSpPr>
        <p:spPr>
          <a:xfrm>
            <a:off x="3936998" y="3707962"/>
            <a:ext cx="2154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Command mapper</a:t>
            </a:r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D43D5103-7E92-CADD-1779-FD4D73F5A678}"/>
              </a:ext>
            </a:extLst>
          </p:cNvPr>
          <p:cNvGrpSpPr/>
          <p:nvPr/>
        </p:nvGrpSpPr>
        <p:grpSpPr>
          <a:xfrm>
            <a:off x="1400170" y="2134406"/>
            <a:ext cx="1638300" cy="3999171"/>
            <a:chOff x="1568448" y="1757288"/>
            <a:chExt cx="1638300" cy="3999171"/>
          </a:xfrm>
        </p:grpSpPr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F46A9281-26EA-8B39-3199-F8FD31D4B4A4}"/>
                </a:ext>
              </a:extLst>
            </p:cNvPr>
            <p:cNvSpPr/>
            <p:nvPr/>
          </p:nvSpPr>
          <p:spPr>
            <a:xfrm>
              <a:off x="1568448" y="1757288"/>
              <a:ext cx="1638300" cy="29844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</a:rPr>
                <a:t>Configuration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73F55A5C-7502-B6AE-ACD7-C624AF010257}"/>
                </a:ext>
              </a:extLst>
            </p:cNvPr>
            <p:cNvSpPr/>
            <p:nvPr/>
          </p:nvSpPr>
          <p:spPr>
            <a:xfrm>
              <a:off x="1568448" y="2897693"/>
              <a:ext cx="1638300" cy="46398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</a:rPr>
                <a:t>Relative geometry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25A8B4DE-926A-BD3D-ADAE-18D8F6400C5F}"/>
                </a:ext>
              </a:extLst>
            </p:cNvPr>
            <p:cNvSpPr/>
            <p:nvPr/>
          </p:nvSpPr>
          <p:spPr>
            <a:xfrm>
              <a:off x="1568448" y="3651180"/>
              <a:ext cx="1638300" cy="29844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</a:rPr>
                <a:t>PN guidance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EB4239A7-4920-7640-C2A8-6AB5CE70C11B}"/>
                </a:ext>
              </a:extLst>
            </p:cNvPr>
            <p:cNvSpPr/>
            <p:nvPr/>
          </p:nvSpPr>
          <p:spPr>
            <a:xfrm>
              <a:off x="1568448" y="4257316"/>
              <a:ext cx="1638300" cy="45232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ko-KR" altLang="ko-KR" sz="1400">
                  <a:solidFill>
                    <a:schemeClr val="tx1"/>
                  </a:solidFill>
                </a:rPr>
                <a:t>Command </a:t>
              </a:r>
              <a:r>
                <a:rPr lang="en-US" altLang="ko-KR" sz="1400">
                  <a:solidFill>
                    <a:schemeClr val="tx1"/>
                  </a:solidFill>
                </a:rPr>
                <a:t>m</a:t>
              </a:r>
              <a:r>
                <a:rPr lang="ko-KR" altLang="ko-KR" sz="1400">
                  <a:solidFill>
                    <a:schemeClr val="tx1"/>
                  </a:solidFill>
                </a:rPr>
                <a:t>apper</a:t>
              </a: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4D690E39-79F4-C5B4-64BF-28BE10BF708E}"/>
                </a:ext>
              </a:extLst>
            </p:cNvPr>
            <p:cNvSpPr/>
            <p:nvPr/>
          </p:nvSpPr>
          <p:spPr>
            <a:xfrm>
              <a:off x="1568448" y="2203334"/>
              <a:ext cx="1638300" cy="45232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ko-KR" sz="1400">
                  <a:solidFill>
                    <a:schemeClr val="tx1"/>
                  </a:solidFill>
                </a:rPr>
                <a:t>Simulation </a:t>
              </a:r>
              <a:r>
                <a:rPr lang="en-US" altLang="ko-KR" sz="1400">
                  <a:solidFill>
                    <a:schemeClr val="tx1"/>
                  </a:solidFill>
                </a:rPr>
                <a:t>m</a:t>
              </a:r>
              <a:r>
                <a:rPr lang="ko-KR" altLang="ko-KR" sz="1400">
                  <a:solidFill>
                    <a:schemeClr val="tx1"/>
                  </a:solidFill>
                </a:rPr>
                <a:t>anager</a:t>
              </a:r>
            </a:p>
          </p:txBody>
        </p: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693ED60F-FCBB-BCBD-1081-59BA109675B5}"/>
                </a:ext>
              </a:extLst>
            </p:cNvPr>
            <p:cNvCxnSpPr>
              <a:cxnSpLocks/>
              <a:stCxn id="65" idx="2"/>
              <a:endCxn id="62" idx="0"/>
            </p:cNvCxnSpPr>
            <p:nvPr/>
          </p:nvCxnSpPr>
          <p:spPr>
            <a:xfrm>
              <a:off x="2387598" y="2655662"/>
              <a:ext cx="0" cy="2420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1B450957-AEAB-24C3-A16D-F123800B62F4}"/>
                </a:ext>
              </a:extLst>
            </p:cNvPr>
            <p:cNvCxnSpPr>
              <a:cxnSpLocks/>
              <a:stCxn id="62" idx="2"/>
              <a:endCxn id="63" idx="0"/>
            </p:cNvCxnSpPr>
            <p:nvPr/>
          </p:nvCxnSpPr>
          <p:spPr>
            <a:xfrm>
              <a:off x="2387598" y="3361679"/>
              <a:ext cx="0" cy="2895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6F323625-F76F-A338-FCBA-3A22CFCCEE45}"/>
                </a:ext>
              </a:extLst>
            </p:cNvPr>
            <p:cNvCxnSpPr>
              <a:cxnSpLocks/>
              <a:stCxn id="63" idx="2"/>
              <a:endCxn id="64" idx="0"/>
            </p:cNvCxnSpPr>
            <p:nvPr/>
          </p:nvCxnSpPr>
          <p:spPr>
            <a:xfrm>
              <a:off x="2387598" y="3949624"/>
              <a:ext cx="0" cy="3076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7358F770-BFAE-CA88-5B85-1BB39D64BC03}"/>
                </a:ext>
              </a:extLst>
            </p:cNvPr>
            <p:cNvCxnSpPr>
              <a:cxnSpLocks/>
              <a:stCxn id="64" idx="2"/>
              <a:endCxn id="73" idx="0"/>
            </p:cNvCxnSpPr>
            <p:nvPr/>
          </p:nvCxnSpPr>
          <p:spPr>
            <a:xfrm>
              <a:off x="2387598" y="4709644"/>
              <a:ext cx="0" cy="1710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03398D73-D6EC-27DE-7366-ECCE2613CBA0}"/>
                </a:ext>
              </a:extLst>
            </p:cNvPr>
            <p:cNvCxnSpPr>
              <a:cxnSpLocks/>
              <a:stCxn id="61" idx="2"/>
              <a:endCxn id="65" idx="0"/>
            </p:cNvCxnSpPr>
            <p:nvPr/>
          </p:nvCxnSpPr>
          <p:spPr>
            <a:xfrm>
              <a:off x="2387598" y="2055732"/>
              <a:ext cx="0" cy="1476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3BFB0D0F-0BA8-728A-FEEE-340C065A8F50}"/>
                </a:ext>
              </a:extLst>
            </p:cNvPr>
            <p:cNvSpPr/>
            <p:nvPr/>
          </p:nvSpPr>
          <p:spPr>
            <a:xfrm>
              <a:off x="1568448" y="5458015"/>
              <a:ext cx="1638300" cy="29844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</a:rPr>
                <a:t>Viualization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F6DBE374-FED1-6503-A698-0D53344A2B2A}"/>
                </a:ext>
              </a:extLst>
            </p:cNvPr>
            <p:cNvCxnSpPr>
              <a:cxnSpLocks/>
              <a:stCxn id="73" idx="2"/>
              <a:endCxn id="71" idx="0"/>
            </p:cNvCxnSpPr>
            <p:nvPr/>
          </p:nvCxnSpPr>
          <p:spPr>
            <a:xfrm>
              <a:off x="2387598" y="5179121"/>
              <a:ext cx="0" cy="2788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EE2107CF-A795-848D-E7DE-F1BCC930BA3A}"/>
                </a:ext>
              </a:extLst>
            </p:cNvPr>
            <p:cNvSpPr/>
            <p:nvPr/>
          </p:nvSpPr>
          <p:spPr>
            <a:xfrm>
              <a:off x="1568448" y="4880677"/>
              <a:ext cx="1638300" cy="29844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</a:rPr>
                <a:t>Kinematics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9693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72942-AD34-3B24-DBC9-24032E1E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8C192D26-B49A-CA69-3718-0910927A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 sz="2000"/>
            </a:br>
            <a:r>
              <a:rPr lang="en-US" altLang="ko-KR" sz="2000"/>
              <a:t>Step 4. </a:t>
            </a:r>
            <a:r>
              <a:rPr lang="ko-KR" altLang="en-US" sz="2000"/>
              <a:t>모듈 설계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DD2248E0-32FC-802D-B895-8D031ED821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5627805"/>
                  </p:ext>
                </p:extLst>
              </p:nvPr>
            </p:nvGraphicFramePr>
            <p:xfrm>
              <a:off x="4178300" y="2538254"/>
              <a:ext cx="7175500" cy="326174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785209">
                      <a:extLst>
                        <a:ext uri="{9D8B030D-6E8A-4147-A177-3AD203B41FA5}">
                          <a16:colId xmlns:a16="http://schemas.microsoft.com/office/drawing/2014/main" val="325046567"/>
                        </a:ext>
                      </a:extLst>
                    </a:gridCol>
                    <a:gridCol w="5390291">
                      <a:extLst>
                        <a:ext uri="{9D8B030D-6E8A-4147-A177-3AD203B41FA5}">
                          <a16:colId xmlns:a16="http://schemas.microsoft.com/office/drawing/2014/main" val="403146210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구분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내용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04229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Input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ko-K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ko-K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lit/>
                                  </m:rPr>
                                  <a:rPr 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lit/>
                                  </m:rPr>
                                  <a:rPr 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ko-KR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 smtClean="0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lit/>
                                  </m:rPr>
                                  <a:rPr 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638375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X-direction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func>
                                  <m:funcPr>
                                    <m:ctrlP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func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 smtClean="0"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e>
                                </m:func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92363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Y-direction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func>
                                  <m:funcPr>
                                    <m:ctrlP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func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e>
                                </m:func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14461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Heading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̇"/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acc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func>
                                      <m:funcPr>
                                        <m:ctrl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tan</m:t>
                                        </m:r>
                                      </m:fName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</m:func>
                                  </m:num>
                                  <m:den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337555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Pursuer Input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ko-KR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𝑐𝑚𝑑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06606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Target Input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ko-KR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=0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𝑛𝑜𝑛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𝑚𝑎𝑛𝑒𝑢𝑣𝑒𝑟𝑖𝑛𝑔</m:t>
                                </m:r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𝑡𝑎𝑟𝑔𝑒𝑡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213104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Output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̇"/>
                                    <m:ctrlPr>
                                      <a:rPr lang="ko-KR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ko-KR" alt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ko-KR" alt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  <m:r>
                                          <a:rPr lang="ko-K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  <m:r>
                                          <a:rPr lang="ko-K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altLang="ko-KR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i="1" smtClean="0">
                                                <a:latin typeface="Cambria Math" panose="02040503050406030204" pitchFamily="18" charset="0"/>
                                              </a:rPr>
                                              <m:t>\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i="1" smtClean="0">
                                                <a:latin typeface="Cambria Math" panose="02040503050406030204" pitchFamily="18" charset="0"/>
                                              </a:rPr>
                                              <m:t>psi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15546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DD2248E0-32FC-802D-B895-8D031ED821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5627805"/>
                  </p:ext>
                </p:extLst>
              </p:nvPr>
            </p:nvGraphicFramePr>
            <p:xfrm>
              <a:off x="4178300" y="2538254"/>
              <a:ext cx="7175500" cy="326174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785209">
                      <a:extLst>
                        <a:ext uri="{9D8B030D-6E8A-4147-A177-3AD203B41FA5}">
                          <a16:colId xmlns:a16="http://schemas.microsoft.com/office/drawing/2014/main" val="325046567"/>
                        </a:ext>
                      </a:extLst>
                    </a:gridCol>
                    <a:gridCol w="5390291">
                      <a:extLst>
                        <a:ext uri="{9D8B030D-6E8A-4147-A177-3AD203B41FA5}">
                          <a16:colId xmlns:a16="http://schemas.microsoft.com/office/drawing/2014/main" val="403146210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구분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내용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042290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Input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220" t="-108333" r="-226" b="-71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638375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X-direction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220" t="-208333" r="-226" b="-61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923637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Y-direction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220" t="-308333" r="-226" b="-51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144615"/>
                      </a:ext>
                    </a:extLst>
                  </a:tr>
                  <a:tr h="60915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Heading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220" t="-242574" r="-226" b="-2039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375555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Pursuer Input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220" t="-576667" r="-226" b="-24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066068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Target Input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220" t="-676667" r="-226" b="-14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1310493"/>
                      </a:ext>
                    </a:extLst>
                  </a:tr>
                  <a:tr h="45802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Output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220" t="-621333" r="-226" b="-14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15546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B1BD52A-1A47-81F1-5D80-FD97EBF65C96}"/>
              </a:ext>
            </a:extLst>
          </p:cNvPr>
          <p:cNvSpPr txBox="1"/>
          <p:nvPr/>
        </p:nvSpPr>
        <p:spPr>
          <a:xfrm>
            <a:off x="4178300" y="2168922"/>
            <a:ext cx="130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Kinematics</a:t>
            </a:r>
            <a:endParaRPr lang="ko-KR" altLang="en-US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665C5967-FB91-F5CB-772B-2294391CAB9F}"/>
              </a:ext>
            </a:extLst>
          </p:cNvPr>
          <p:cNvGrpSpPr/>
          <p:nvPr/>
        </p:nvGrpSpPr>
        <p:grpSpPr>
          <a:xfrm>
            <a:off x="1400170" y="2134406"/>
            <a:ext cx="1638300" cy="3999171"/>
            <a:chOff x="1400170" y="2134406"/>
            <a:chExt cx="1638300" cy="3999171"/>
          </a:xfrm>
        </p:grpSpPr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EE20A13E-C22D-0B70-FB46-6862B05E0CCD}"/>
                </a:ext>
              </a:extLst>
            </p:cNvPr>
            <p:cNvGrpSpPr/>
            <p:nvPr/>
          </p:nvGrpSpPr>
          <p:grpSpPr>
            <a:xfrm>
              <a:off x="1400170" y="2134406"/>
              <a:ext cx="1638300" cy="3999171"/>
              <a:chOff x="1568448" y="1757288"/>
              <a:chExt cx="1638300" cy="3999171"/>
            </a:xfrm>
          </p:grpSpPr>
          <p:sp>
            <p:nvSpPr>
              <p:cNvPr id="68" name="사각형: 둥근 모서리 67">
                <a:extLst>
                  <a:ext uri="{FF2B5EF4-FFF2-40B4-BE49-F238E27FC236}">
                    <a16:creationId xmlns:a16="http://schemas.microsoft.com/office/drawing/2014/main" id="{35EE247C-7012-A33A-06E5-A456BB55643A}"/>
                  </a:ext>
                </a:extLst>
              </p:cNvPr>
              <p:cNvSpPr/>
              <p:nvPr/>
            </p:nvSpPr>
            <p:spPr>
              <a:xfrm>
                <a:off x="1568448" y="1757288"/>
                <a:ext cx="1638300" cy="29844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Configuration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사각형: 둥근 모서리 68">
                <a:extLst>
                  <a:ext uri="{FF2B5EF4-FFF2-40B4-BE49-F238E27FC236}">
                    <a16:creationId xmlns:a16="http://schemas.microsoft.com/office/drawing/2014/main" id="{98F52FBE-91DA-CFF2-C186-E42C5CBB8A3E}"/>
                  </a:ext>
                </a:extLst>
              </p:cNvPr>
              <p:cNvSpPr/>
              <p:nvPr/>
            </p:nvSpPr>
            <p:spPr>
              <a:xfrm>
                <a:off x="1568448" y="2897693"/>
                <a:ext cx="1638300" cy="463986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Relative geometry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사각형: 둥근 모서리 69">
                <a:extLst>
                  <a:ext uri="{FF2B5EF4-FFF2-40B4-BE49-F238E27FC236}">
                    <a16:creationId xmlns:a16="http://schemas.microsoft.com/office/drawing/2014/main" id="{39CF224A-FBEE-7A47-1C2A-496815D0ACB1}"/>
                  </a:ext>
                </a:extLst>
              </p:cNvPr>
              <p:cNvSpPr/>
              <p:nvPr/>
            </p:nvSpPr>
            <p:spPr>
              <a:xfrm>
                <a:off x="1568448" y="3651180"/>
                <a:ext cx="1638300" cy="29844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PN guidance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사각형: 둥근 모서리 70">
                <a:extLst>
                  <a:ext uri="{FF2B5EF4-FFF2-40B4-BE49-F238E27FC236}">
                    <a16:creationId xmlns:a16="http://schemas.microsoft.com/office/drawing/2014/main" id="{15B1EDDF-BE5E-AE97-A8BA-433AF56D5BE2}"/>
                  </a:ext>
                </a:extLst>
              </p:cNvPr>
              <p:cNvSpPr/>
              <p:nvPr/>
            </p:nvSpPr>
            <p:spPr>
              <a:xfrm>
                <a:off x="1568448" y="4257316"/>
                <a:ext cx="1638300" cy="45232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:r>
                  <a:rPr lang="ko-KR" altLang="ko-KR" sz="1400">
                    <a:solidFill>
                      <a:schemeClr val="tx1"/>
                    </a:solidFill>
                  </a:rPr>
                  <a:t>Command </a:t>
                </a:r>
                <a:r>
                  <a:rPr lang="en-US" altLang="ko-KR" sz="1400">
                    <a:solidFill>
                      <a:schemeClr val="tx1"/>
                    </a:solidFill>
                  </a:rPr>
                  <a:t>m</a:t>
                </a:r>
                <a:r>
                  <a:rPr lang="ko-KR" altLang="ko-KR" sz="1400">
                    <a:solidFill>
                      <a:schemeClr val="tx1"/>
                    </a:solidFill>
                  </a:rPr>
                  <a:t>apper</a:t>
                </a:r>
              </a:p>
            </p:txBody>
          </p:sp>
          <p:sp>
            <p:nvSpPr>
              <p:cNvPr id="72" name="사각형: 둥근 모서리 71">
                <a:extLst>
                  <a:ext uri="{FF2B5EF4-FFF2-40B4-BE49-F238E27FC236}">
                    <a16:creationId xmlns:a16="http://schemas.microsoft.com/office/drawing/2014/main" id="{4200C56F-1F98-B10C-4AC4-EA3BC806F484}"/>
                  </a:ext>
                </a:extLst>
              </p:cNvPr>
              <p:cNvSpPr/>
              <p:nvPr/>
            </p:nvSpPr>
            <p:spPr>
              <a:xfrm>
                <a:off x="1568448" y="2203334"/>
                <a:ext cx="1638300" cy="45232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ko-KR" sz="1400">
                    <a:solidFill>
                      <a:schemeClr val="tx1"/>
                    </a:solidFill>
                  </a:rPr>
                  <a:t>Simulation </a:t>
                </a:r>
                <a:r>
                  <a:rPr lang="en-US" altLang="ko-KR" sz="1400">
                    <a:solidFill>
                      <a:schemeClr val="tx1"/>
                    </a:solidFill>
                  </a:rPr>
                  <a:t>m</a:t>
                </a:r>
                <a:r>
                  <a:rPr lang="ko-KR" altLang="ko-KR" sz="1400">
                    <a:solidFill>
                      <a:schemeClr val="tx1"/>
                    </a:solidFill>
                  </a:rPr>
                  <a:t>anager</a:t>
                </a:r>
              </a:p>
            </p:txBody>
          </p:sp>
          <p:cxnSp>
            <p:nvCxnSpPr>
              <p:cNvPr id="73" name="직선 화살표 연결선 72">
                <a:extLst>
                  <a:ext uri="{FF2B5EF4-FFF2-40B4-BE49-F238E27FC236}">
                    <a16:creationId xmlns:a16="http://schemas.microsoft.com/office/drawing/2014/main" id="{CAB8FD04-40CF-DF20-014F-3C85A88B2176}"/>
                  </a:ext>
                </a:extLst>
              </p:cNvPr>
              <p:cNvCxnSpPr>
                <a:cxnSpLocks/>
                <a:stCxn id="72" idx="2"/>
                <a:endCxn id="69" idx="0"/>
              </p:cNvCxnSpPr>
              <p:nvPr/>
            </p:nvCxnSpPr>
            <p:spPr>
              <a:xfrm>
                <a:off x="2387598" y="2655662"/>
                <a:ext cx="0" cy="24203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화살표 연결선 73">
                <a:extLst>
                  <a:ext uri="{FF2B5EF4-FFF2-40B4-BE49-F238E27FC236}">
                    <a16:creationId xmlns:a16="http://schemas.microsoft.com/office/drawing/2014/main" id="{ED4F8F61-D480-5BDA-CEDC-C011CA62079C}"/>
                  </a:ext>
                </a:extLst>
              </p:cNvPr>
              <p:cNvCxnSpPr>
                <a:cxnSpLocks/>
                <a:stCxn id="69" idx="2"/>
                <a:endCxn id="70" idx="0"/>
              </p:cNvCxnSpPr>
              <p:nvPr/>
            </p:nvCxnSpPr>
            <p:spPr>
              <a:xfrm>
                <a:off x="2387598" y="3361679"/>
                <a:ext cx="0" cy="2895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직선 화살표 연결선 74">
                <a:extLst>
                  <a:ext uri="{FF2B5EF4-FFF2-40B4-BE49-F238E27FC236}">
                    <a16:creationId xmlns:a16="http://schemas.microsoft.com/office/drawing/2014/main" id="{A516CAC9-6A3C-8B16-6EB5-6D2F96F612CF}"/>
                  </a:ext>
                </a:extLst>
              </p:cNvPr>
              <p:cNvCxnSpPr>
                <a:cxnSpLocks/>
                <a:stCxn id="70" idx="2"/>
                <a:endCxn id="71" idx="0"/>
              </p:cNvCxnSpPr>
              <p:nvPr/>
            </p:nvCxnSpPr>
            <p:spPr>
              <a:xfrm>
                <a:off x="2387598" y="3949624"/>
                <a:ext cx="0" cy="30769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화살표 연결선 75">
                <a:extLst>
                  <a:ext uri="{FF2B5EF4-FFF2-40B4-BE49-F238E27FC236}">
                    <a16:creationId xmlns:a16="http://schemas.microsoft.com/office/drawing/2014/main" id="{024DD2CF-6139-BA2A-FF4B-A264462840C1}"/>
                  </a:ext>
                </a:extLst>
              </p:cNvPr>
              <p:cNvCxnSpPr>
                <a:cxnSpLocks/>
                <a:stCxn id="71" idx="2"/>
                <a:endCxn id="80" idx="0"/>
              </p:cNvCxnSpPr>
              <p:nvPr/>
            </p:nvCxnSpPr>
            <p:spPr>
              <a:xfrm>
                <a:off x="2387598" y="4709644"/>
                <a:ext cx="0" cy="1710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직선 화살표 연결선 76">
                <a:extLst>
                  <a:ext uri="{FF2B5EF4-FFF2-40B4-BE49-F238E27FC236}">
                    <a16:creationId xmlns:a16="http://schemas.microsoft.com/office/drawing/2014/main" id="{66BB7769-98C0-5028-8592-40E9A92D7393}"/>
                  </a:ext>
                </a:extLst>
              </p:cNvPr>
              <p:cNvCxnSpPr>
                <a:cxnSpLocks/>
                <a:stCxn id="68" idx="2"/>
                <a:endCxn id="72" idx="0"/>
              </p:cNvCxnSpPr>
              <p:nvPr/>
            </p:nvCxnSpPr>
            <p:spPr>
              <a:xfrm>
                <a:off x="2387598" y="2055732"/>
                <a:ext cx="0" cy="14760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사각형: 둥근 모서리 77">
                <a:extLst>
                  <a:ext uri="{FF2B5EF4-FFF2-40B4-BE49-F238E27FC236}">
                    <a16:creationId xmlns:a16="http://schemas.microsoft.com/office/drawing/2014/main" id="{BF0C37E4-7888-1DF7-23CB-33303D6D5274}"/>
                  </a:ext>
                </a:extLst>
              </p:cNvPr>
              <p:cNvSpPr/>
              <p:nvPr/>
            </p:nvSpPr>
            <p:spPr>
              <a:xfrm>
                <a:off x="1568448" y="5458015"/>
                <a:ext cx="1638300" cy="29844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Viualization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9" name="직선 화살표 연결선 78">
                <a:extLst>
                  <a:ext uri="{FF2B5EF4-FFF2-40B4-BE49-F238E27FC236}">
                    <a16:creationId xmlns:a16="http://schemas.microsoft.com/office/drawing/2014/main" id="{9D4706C1-6F77-C1A6-AFBF-F65648727769}"/>
                  </a:ext>
                </a:extLst>
              </p:cNvPr>
              <p:cNvCxnSpPr>
                <a:cxnSpLocks/>
                <a:stCxn id="80" idx="2"/>
                <a:endCxn id="78" idx="0"/>
              </p:cNvCxnSpPr>
              <p:nvPr/>
            </p:nvCxnSpPr>
            <p:spPr>
              <a:xfrm>
                <a:off x="2387598" y="5179121"/>
                <a:ext cx="0" cy="27889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사각형: 둥근 모서리 79">
                <a:extLst>
                  <a:ext uri="{FF2B5EF4-FFF2-40B4-BE49-F238E27FC236}">
                    <a16:creationId xmlns:a16="http://schemas.microsoft.com/office/drawing/2014/main" id="{6A7701BD-E246-8872-B51C-D124A49BC256}"/>
                  </a:ext>
                </a:extLst>
              </p:cNvPr>
              <p:cNvSpPr/>
              <p:nvPr/>
            </p:nvSpPr>
            <p:spPr>
              <a:xfrm>
                <a:off x="1568448" y="4880677"/>
                <a:ext cx="1638300" cy="29844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chemeClr val="tx1"/>
                    </a:solidFill>
                  </a:rPr>
                  <a:t>Kinematics</a:t>
                </a:r>
                <a:endParaRPr lang="ko-KR" altLang="en-US" sz="140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67" name="연결선: 꺾임 66">
              <a:extLst>
                <a:ext uri="{FF2B5EF4-FFF2-40B4-BE49-F238E27FC236}">
                  <a16:creationId xmlns:a16="http://schemas.microsoft.com/office/drawing/2014/main" id="{57C190A0-AEDB-321A-F387-B0A2B385B7B4}"/>
                </a:ext>
              </a:extLst>
            </p:cNvPr>
            <p:cNvCxnSpPr>
              <a:cxnSpLocks/>
              <a:stCxn id="80" idx="2"/>
              <a:endCxn id="72" idx="1"/>
            </p:cNvCxnSpPr>
            <p:nvPr/>
          </p:nvCxnSpPr>
          <p:spPr>
            <a:xfrm rot="5400000" flipH="1">
              <a:off x="434933" y="3771853"/>
              <a:ext cx="2749623" cy="819150"/>
            </a:xfrm>
            <a:prstGeom prst="bentConnector4">
              <a:avLst>
                <a:gd name="adj1" fmla="val -3233"/>
                <a:gd name="adj2" fmla="val 127907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7575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A2654-3C9A-55C9-1698-9C32718AC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7F014FAE-9909-6A66-82D9-068F3F73E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 sz="2000"/>
            </a:br>
            <a:r>
              <a:rPr lang="en-US" altLang="ko-KR" sz="2000"/>
              <a:t>Step 4. </a:t>
            </a:r>
            <a:r>
              <a:rPr lang="ko-KR" altLang="en-US" sz="2000"/>
              <a:t>모듈 설계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3DA493B0-3853-3E7D-E24B-0BC0ED9AA7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3328523"/>
                  </p:ext>
                </p:extLst>
              </p:nvPr>
            </p:nvGraphicFramePr>
            <p:xfrm>
              <a:off x="3657600" y="2484755"/>
              <a:ext cx="7696200" cy="239166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425976">
                      <a:extLst>
                        <a:ext uri="{9D8B030D-6E8A-4147-A177-3AD203B41FA5}">
                          <a16:colId xmlns:a16="http://schemas.microsoft.com/office/drawing/2014/main" val="3186299309"/>
                        </a:ext>
                      </a:extLst>
                    </a:gridCol>
                    <a:gridCol w="5270224">
                      <a:extLst>
                        <a:ext uri="{9D8B030D-6E8A-4147-A177-3AD203B41FA5}">
                          <a16:colId xmlns:a16="http://schemas.microsoft.com/office/drawing/2014/main" val="369099715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구분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내용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042372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Input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저장된 시뮬레이션 상태 및 유도 데이터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39351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Trajectory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요격자 / 타겟 2D 궤적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77754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Relative Motion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ko-KR" sz="16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acc>
                                <m:r>
                                  <a:rPr lang="ko-KR" sz="16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ko-KR" sz="16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1385507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Guidance Command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ko-KR" sz="16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ko-KR" sz="16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30169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Control Command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ko-KR" alt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𝑐𝑚𝑑</m:t>
                                    </m:r>
                                  </m:sub>
                                </m:sSub>
                                <m:r>
                                  <a:rPr lang="ko-KR" sz="16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sz="16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ko-KR" sz="16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063582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Output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시뮬레이션 결과 그래프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974131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3DA493B0-3853-3E7D-E24B-0BC0ED9AA7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3328523"/>
                  </p:ext>
                </p:extLst>
              </p:nvPr>
            </p:nvGraphicFramePr>
            <p:xfrm>
              <a:off x="3657600" y="2484755"/>
              <a:ext cx="7696200" cy="239166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425976">
                      <a:extLst>
                        <a:ext uri="{9D8B030D-6E8A-4147-A177-3AD203B41FA5}">
                          <a16:colId xmlns:a16="http://schemas.microsoft.com/office/drawing/2014/main" val="3186299309"/>
                        </a:ext>
                      </a:extLst>
                    </a:gridCol>
                    <a:gridCol w="5270224">
                      <a:extLst>
                        <a:ext uri="{9D8B030D-6E8A-4147-A177-3AD203B41FA5}">
                          <a16:colId xmlns:a16="http://schemas.microsoft.com/office/drawing/2014/main" val="369099715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구분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/>
                            <a:t>내용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042372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Input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저장된 시뮬레이션 상태 및 유도 데이터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393514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Trajectory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요격자 / 타겟 2D 궤적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7775413"/>
                      </a:ext>
                    </a:extLst>
                  </a:tr>
                  <a:tr h="3495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Relative Motion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243" t="-301724" r="-231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85507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Guidance Command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243" t="-423636" r="-231" b="-22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301690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Control Command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243" t="-523636" r="-231" b="-12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63582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Output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sz="1600"/>
                            <a:t>시뮬레이션 결과 그래프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974131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A8DBB0E-DC04-F510-EB05-2781652DC88C}"/>
              </a:ext>
            </a:extLst>
          </p:cNvPr>
          <p:cNvSpPr txBox="1"/>
          <p:nvPr/>
        </p:nvSpPr>
        <p:spPr>
          <a:xfrm>
            <a:off x="3657600" y="2115423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Visualization</a:t>
            </a:r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9A8A6F4-2010-5092-831C-2428A5E3787D}"/>
              </a:ext>
            </a:extLst>
          </p:cNvPr>
          <p:cNvGrpSpPr/>
          <p:nvPr/>
        </p:nvGrpSpPr>
        <p:grpSpPr>
          <a:xfrm>
            <a:off x="1400170" y="2134406"/>
            <a:ext cx="1638300" cy="3999171"/>
            <a:chOff x="1568448" y="1757288"/>
            <a:chExt cx="1638300" cy="3999171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170F216A-7AEF-44EE-32A1-C1871680C279}"/>
                </a:ext>
              </a:extLst>
            </p:cNvPr>
            <p:cNvSpPr/>
            <p:nvPr/>
          </p:nvSpPr>
          <p:spPr>
            <a:xfrm>
              <a:off x="1568448" y="1757288"/>
              <a:ext cx="1638300" cy="29844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</a:rPr>
                <a:t>Configuration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30D66BEA-18A8-6394-A7EC-84267AC66A92}"/>
                </a:ext>
              </a:extLst>
            </p:cNvPr>
            <p:cNvSpPr/>
            <p:nvPr/>
          </p:nvSpPr>
          <p:spPr>
            <a:xfrm>
              <a:off x="1568448" y="2897693"/>
              <a:ext cx="1638300" cy="46398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</a:rPr>
                <a:t>Relative geometry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298CA60A-9D49-B0FC-0ED2-13B59AEBD17F}"/>
                </a:ext>
              </a:extLst>
            </p:cNvPr>
            <p:cNvSpPr/>
            <p:nvPr/>
          </p:nvSpPr>
          <p:spPr>
            <a:xfrm>
              <a:off x="1568448" y="3651180"/>
              <a:ext cx="1638300" cy="29844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</a:rPr>
                <a:t>PN guidance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1C4DC6A8-0E5B-1DCC-4877-E829F394956F}"/>
                </a:ext>
              </a:extLst>
            </p:cNvPr>
            <p:cNvSpPr/>
            <p:nvPr/>
          </p:nvSpPr>
          <p:spPr>
            <a:xfrm>
              <a:off x="1568448" y="4257316"/>
              <a:ext cx="1638300" cy="45232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ko-KR" altLang="ko-KR" sz="1400">
                  <a:solidFill>
                    <a:schemeClr val="tx1"/>
                  </a:solidFill>
                </a:rPr>
                <a:t>Command </a:t>
              </a:r>
              <a:r>
                <a:rPr lang="en-US" altLang="ko-KR" sz="1400">
                  <a:solidFill>
                    <a:schemeClr val="tx1"/>
                  </a:solidFill>
                </a:rPr>
                <a:t>m</a:t>
              </a:r>
              <a:r>
                <a:rPr lang="ko-KR" altLang="ko-KR" sz="1400">
                  <a:solidFill>
                    <a:schemeClr val="tx1"/>
                  </a:solidFill>
                </a:rPr>
                <a:t>apper</a:t>
              </a: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F610192B-D4CF-C920-2858-6C545D599C44}"/>
                </a:ext>
              </a:extLst>
            </p:cNvPr>
            <p:cNvSpPr/>
            <p:nvPr/>
          </p:nvSpPr>
          <p:spPr>
            <a:xfrm>
              <a:off x="1568448" y="2203334"/>
              <a:ext cx="1638300" cy="45232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ko-KR" sz="1400">
                  <a:solidFill>
                    <a:schemeClr val="tx1"/>
                  </a:solidFill>
                </a:rPr>
                <a:t>Simulation </a:t>
              </a:r>
              <a:r>
                <a:rPr lang="en-US" altLang="ko-KR" sz="1400">
                  <a:solidFill>
                    <a:schemeClr val="tx1"/>
                  </a:solidFill>
                </a:rPr>
                <a:t>m</a:t>
              </a:r>
              <a:r>
                <a:rPr lang="ko-KR" altLang="ko-KR" sz="1400">
                  <a:solidFill>
                    <a:schemeClr val="tx1"/>
                  </a:solidFill>
                </a:rPr>
                <a:t>anager</a:t>
              </a:r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AE704E95-9A48-48D5-8055-15B4B14D4FB6}"/>
                </a:ext>
              </a:extLst>
            </p:cNvPr>
            <p:cNvCxnSpPr>
              <a:cxnSpLocks/>
              <a:stCxn id="43" idx="2"/>
              <a:endCxn id="40" idx="0"/>
            </p:cNvCxnSpPr>
            <p:nvPr/>
          </p:nvCxnSpPr>
          <p:spPr>
            <a:xfrm>
              <a:off x="2387598" y="2655662"/>
              <a:ext cx="0" cy="2420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2B1129CA-A043-D604-EE15-6465A1490FB9}"/>
                </a:ext>
              </a:extLst>
            </p:cNvPr>
            <p:cNvCxnSpPr>
              <a:cxnSpLocks/>
              <a:stCxn id="40" idx="2"/>
              <a:endCxn id="41" idx="0"/>
            </p:cNvCxnSpPr>
            <p:nvPr/>
          </p:nvCxnSpPr>
          <p:spPr>
            <a:xfrm>
              <a:off x="2387598" y="3361679"/>
              <a:ext cx="0" cy="2895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0BF6A236-6D74-A623-47BA-6E15437CE2E8}"/>
                </a:ext>
              </a:extLst>
            </p:cNvPr>
            <p:cNvCxnSpPr>
              <a:cxnSpLocks/>
              <a:stCxn id="41" idx="2"/>
              <a:endCxn id="42" idx="0"/>
            </p:cNvCxnSpPr>
            <p:nvPr/>
          </p:nvCxnSpPr>
          <p:spPr>
            <a:xfrm>
              <a:off x="2387598" y="3949624"/>
              <a:ext cx="0" cy="3076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ECB350EC-4E81-A1BA-3EF9-B9640F36AC3A}"/>
                </a:ext>
              </a:extLst>
            </p:cNvPr>
            <p:cNvCxnSpPr>
              <a:cxnSpLocks/>
              <a:stCxn id="42" idx="2"/>
              <a:endCxn id="51" idx="0"/>
            </p:cNvCxnSpPr>
            <p:nvPr/>
          </p:nvCxnSpPr>
          <p:spPr>
            <a:xfrm>
              <a:off x="2387598" y="4709644"/>
              <a:ext cx="0" cy="1710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CF6C2E3F-317A-ADEB-6302-02A67A7EAA59}"/>
                </a:ext>
              </a:extLst>
            </p:cNvPr>
            <p:cNvCxnSpPr>
              <a:cxnSpLocks/>
              <a:stCxn id="39" idx="2"/>
              <a:endCxn id="43" idx="0"/>
            </p:cNvCxnSpPr>
            <p:nvPr/>
          </p:nvCxnSpPr>
          <p:spPr>
            <a:xfrm>
              <a:off x="2387598" y="2055732"/>
              <a:ext cx="0" cy="1476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C00C3331-1D4C-375B-F38A-710FBB2A1305}"/>
                </a:ext>
              </a:extLst>
            </p:cNvPr>
            <p:cNvSpPr/>
            <p:nvPr/>
          </p:nvSpPr>
          <p:spPr>
            <a:xfrm>
              <a:off x="1568448" y="5458015"/>
              <a:ext cx="1638300" cy="29844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</a:rPr>
                <a:t>Viualization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B0B6FE4A-3876-560B-DFF0-50C1418B1814}"/>
                </a:ext>
              </a:extLst>
            </p:cNvPr>
            <p:cNvCxnSpPr>
              <a:cxnSpLocks/>
              <a:stCxn id="51" idx="2"/>
              <a:endCxn id="49" idx="0"/>
            </p:cNvCxnSpPr>
            <p:nvPr/>
          </p:nvCxnSpPr>
          <p:spPr>
            <a:xfrm>
              <a:off x="2387598" y="5179121"/>
              <a:ext cx="0" cy="2788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E252C618-9B58-8034-20C4-7A367E17E272}"/>
                </a:ext>
              </a:extLst>
            </p:cNvPr>
            <p:cNvSpPr/>
            <p:nvPr/>
          </p:nvSpPr>
          <p:spPr>
            <a:xfrm>
              <a:off x="1568448" y="4880677"/>
              <a:ext cx="1638300" cy="29844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</a:rPr>
                <a:t>Kinematics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4457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102F9-FCCB-0C76-3EB4-CFFAF2FD9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73E6C6F7-88F5-45DC-93CF-A07BDAB86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 sz="2000"/>
            </a:br>
            <a:r>
              <a:rPr lang="en-US" altLang="ko-KR" sz="2000"/>
              <a:t>Step 5. </a:t>
            </a:r>
            <a:r>
              <a:rPr lang="ko-KR" altLang="en-US" sz="2000"/>
              <a:t>코딩</a:t>
            </a: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595F03D-D131-36C3-E5D4-F6ECB9E68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858307"/>
              </p:ext>
            </p:extLst>
          </p:nvPr>
        </p:nvGraphicFramePr>
        <p:xfrm>
          <a:off x="838200" y="2776934"/>
          <a:ext cx="10515600" cy="27290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254210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01853345"/>
                    </a:ext>
                  </a:extLst>
                </a:gridCol>
              </a:tblGrid>
              <a:tr h="3821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구현 모듈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MATLAB 파일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59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initializeConfiguration.m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027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Simulation 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main.m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937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Relative Geometry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computeRelativeGeometry.m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612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PN Guidance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computePNGuidance.m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826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Command Mapper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computeBankCommand.m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139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Kinematics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computeKinematics.m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810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/>
                        <a:t>visualizeSimulation.m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52186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B80539D-B05B-05D6-35C5-92AAF0B133BE}"/>
              </a:ext>
            </a:extLst>
          </p:cNvPr>
          <p:cNvSpPr txBox="1"/>
          <p:nvPr/>
        </p:nvSpPr>
        <p:spPr>
          <a:xfrm>
            <a:off x="838200" y="2407602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파일 명</a:t>
            </a:r>
          </a:p>
        </p:txBody>
      </p:sp>
    </p:spTree>
    <p:extLst>
      <p:ext uri="{BB962C8B-B14F-4D97-AF65-F5344CB8AC3E}">
        <p14:creationId xmlns:p14="http://schemas.microsoft.com/office/powerpoint/2010/main" val="2345981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FECFF-3BB9-0A9E-4A58-30F729B43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01CE2EB0-558F-54B4-24AA-3305E8905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2D </a:t>
            </a:r>
            <a:r>
              <a:rPr lang="ko-KR" altLang="en-US"/>
              <a:t>단일 요격</a:t>
            </a:r>
            <a:r>
              <a:rPr lang="en-US" altLang="ko-KR"/>
              <a:t>-</a:t>
            </a:r>
            <a:r>
              <a:rPr lang="ko-KR" altLang="en-US"/>
              <a:t>타겟 </a:t>
            </a:r>
            <a:r>
              <a:rPr lang="en-US" altLang="ko-KR"/>
              <a:t>PN </a:t>
            </a:r>
            <a:r>
              <a:rPr lang="ko-KR" altLang="en-US"/>
              <a:t>유도</a:t>
            </a:r>
            <a:br>
              <a:rPr lang="en-US" altLang="ko-KR" sz="2000"/>
            </a:br>
            <a:r>
              <a:rPr lang="en-US" altLang="ko-KR" sz="2000"/>
              <a:t>Step 5. Test – </a:t>
            </a:r>
            <a:r>
              <a:rPr lang="ko-KR" altLang="en-US" sz="2000"/>
              <a:t>단위 테스트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B310DB-5ABA-61BF-B2E6-6A77EBC61B0B}"/>
              </a:ext>
            </a:extLst>
          </p:cNvPr>
          <p:cNvSpPr txBox="1"/>
          <p:nvPr/>
        </p:nvSpPr>
        <p:spPr>
          <a:xfrm>
            <a:off x="838200" y="1590675"/>
            <a:ext cx="185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phi_cmd = 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47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1502</Words>
  <Application>Microsoft Office PowerPoint</Application>
  <PresentationFormat>와이드스크린</PresentationFormat>
  <Paragraphs>401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Arial</vt:lpstr>
      <vt:lpstr>Cambria Math</vt:lpstr>
      <vt:lpstr>Courier New</vt:lpstr>
      <vt:lpstr>Office 테마</vt:lpstr>
      <vt:lpstr>2D 단일 요격-타겟 PN 유도</vt:lpstr>
      <vt:lpstr>2D 단일 요격-타겟 PN 유도 - Step 1. 요구사항 분석 – 시스템 범위 및 요구사항</vt:lpstr>
      <vt:lpstr>2D 단일 요격-타겟 PN 유도 Step 2. 시스템 설계 – 시스템 기능 구성</vt:lpstr>
      <vt:lpstr>2D 단일 요격-타겟 PN 유도 Step 3. 소프트웨어 아키텍처 설계</vt:lpstr>
      <vt:lpstr>2D 단일 요격-타겟 PN 유도 Step 3. 소프트웨어 아키텍처 설계 – 모듈 구성</vt:lpstr>
      <vt:lpstr>2D 단일 요격-타겟 PN 유도 Step 3. 소프트웨어 아키텍처 설계 – 데이터 구조 정의</vt:lpstr>
      <vt:lpstr>2D 단일 요격-타겟 PN 유도 Step 3. 소프트웨어 아키텍처 설계 – 좌표계 규약</vt:lpstr>
      <vt:lpstr>2D 단일 요격-타겟 PN 유도 Step 4. 모듈 설계 – 변수 정의</vt:lpstr>
      <vt:lpstr>2D 단일 요격-타겟 PN 유도 Step 4. 모듈 설계 – 변수 정의</vt:lpstr>
      <vt:lpstr>2D 단일 요격-타겟 PN 유도 Step 4. 모듈 설계 – 변수 정의</vt:lpstr>
      <vt:lpstr>2D 단일 요격-타겟 PN 유도 Step 4. 모듈 설계 – 변수 정의</vt:lpstr>
      <vt:lpstr>2D 단일 요격-타겟 PN 유도 Step 4. 모듈 설계 </vt:lpstr>
      <vt:lpstr>2D 단일 요격-타겟 PN 유도 Step 4. 모듈 설계 – 시뮬레이션 메니저</vt:lpstr>
      <vt:lpstr>2D 단일 요격-타겟 PN 유도 Step 4. 모듈 설계 </vt:lpstr>
      <vt:lpstr>2D 단일 요격-타겟 PN 유도 Step 4. 모듈 설계</vt:lpstr>
      <vt:lpstr>2D 단일 요격-타겟 PN 유도 Step 4. 모듈 설계</vt:lpstr>
      <vt:lpstr>2D 단일 요격-타겟 PN 유도 Step 5. 코딩</vt:lpstr>
      <vt:lpstr>2D 단일 요격-타겟 PN 유도 Step 5. Test – 단위 테스트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강창범</dc:creator>
  <cp:lastModifiedBy>강창범</cp:lastModifiedBy>
  <cp:revision>1</cp:revision>
  <cp:lastPrinted>2026-10-02T07:56:31Z</cp:lastPrinted>
  <dcterms:created xsi:type="dcterms:W3CDTF">2026-10-01T05:37:19Z</dcterms:created>
  <dcterms:modified xsi:type="dcterms:W3CDTF">2026-10-02T07:59:17Z</dcterms:modified>
</cp:coreProperties>
</file>