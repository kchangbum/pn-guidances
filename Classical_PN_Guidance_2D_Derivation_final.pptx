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1" r:id="rId14"/>
    <p:sldId id="270" r:id="rId15"/>
    <p:sldId id="275" r:id="rId16"/>
    <p:sldId id="273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1F9D5-AB57-469A-9AB1-061E5E641A10}" v="773" dt="2026-09-28T08:15:20.302"/>
    <p1510:client id="{A489A6BD-5C82-46D8-B435-DE617AEF3BB6}" v="906" dt="2026-09-29T00:40:40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1" d="100"/>
          <a:sy n="61" d="100"/>
        </p:scale>
        <p:origin x="3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창범" userId="6a7447b3-2e50-499e-b487-9c847021f407" providerId="ADAL" clId="{0BEDABA6-D114-43DF-9A5E-C62F891BF481}"/>
    <pc:docChg chg="undo custSel addSld delSld modSld sldOrd addMainMaster delMainMaster modMainMaster">
      <pc:chgData name="강창범" userId="6a7447b3-2e50-499e-b487-9c847021f407" providerId="ADAL" clId="{0BEDABA6-D114-43DF-9A5E-C62F891BF481}" dt="2026-09-28T08:15:47.203" v="2778" actId="22"/>
      <pc:docMkLst>
        <pc:docMk/>
      </pc:docMkLst>
      <pc:sldChg chg="addSp delSp modSp mod modClrScheme chgLayout">
        <pc:chgData name="강창범" userId="6a7447b3-2e50-499e-b487-9c847021f407" providerId="ADAL" clId="{0BEDABA6-D114-43DF-9A5E-C62F891BF481}" dt="2026-09-27T17:15:52.713" v="2679" actId="1076"/>
        <pc:sldMkLst>
          <pc:docMk/>
          <pc:sldMk cId="0" sldId="256"/>
        </pc:sldMkLst>
        <pc:spChg chg="add del">
          <ac:chgData name="강창범" userId="6a7447b3-2e50-499e-b487-9c847021f407" providerId="ADAL" clId="{0BEDABA6-D114-43DF-9A5E-C62F891BF481}" dt="2026-09-27T08:42:56.450" v="159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강창범" userId="6a7447b3-2e50-499e-b487-9c847021f407" providerId="ADAL" clId="{0BEDABA6-D114-43DF-9A5E-C62F891BF481}" dt="2026-09-27T17:15:52.713" v="2679" actId="1076"/>
          <ac:spMkLst>
            <pc:docMk/>
            <pc:sldMk cId="0" sldId="256"/>
            <ac:spMk id="8" creationId="{D9CBC2CC-61FD-CD13-B24D-39622D8C8C6E}"/>
          </ac:spMkLst>
        </pc:spChg>
      </pc:sldChg>
      <pc:sldChg chg="addSp delSp modSp mod ord modClrScheme chgLayout">
        <pc:chgData name="강창범" userId="6a7447b3-2e50-499e-b487-9c847021f407" providerId="ADAL" clId="{0BEDABA6-D114-43DF-9A5E-C62F891BF481}" dt="2026-09-27T17:14:58.722" v="2574" actId="20577"/>
        <pc:sldMkLst>
          <pc:docMk/>
          <pc:sldMk cId="0" sldId="257"/>
        </pc:sldMkLst>
        <pc:spChg chg="mod">
          <ac:chgData name="강창범" userId="6a7447b3-2e50-499e-b487-9c847021f407" providerId="ADAL" clId="{0BEDABA6-D114-43DF-9A5E-C62F891BF481}" dt="2026-09-27T08:15:19.735" v="16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강창범" userId="6a7447b3-2e50-499e-b487-9c847021f407" providerId="ADAL" clId="{0BEDABA6-D114-43DF-9A5E-C62F891BF481}" dt="2026-09-27T12:19:30.358" v="1012" actId="20577"/>
          <ac:spMkLst>
            <pc:docMk/>
            <pc:sldMk cId="0" sldId="257"/>
            <ac:spMk id="10" creationId="{02C27E2C-94EA-598E-2C17-F189E4D6A9CA}"/>
          </ac:spMkLst>
        </pc:spChg>
        <pc:spChg chg="mod">
          <ac:chgData name="강창범" userId="6a7447b3-2e50-499e-b487-9c847021f407" providerId="ADAL" clId="{0BEDABA6-D114-43DF-9A5E-C62F891BF481}" dt="2026-09-27T08:15:16.441" v="14"/>
          <ac:spMkLst>
            <pc:docMk/>
            <pc:sldMk cId="0" sldId="257"/>
            <ac:spMk id="15" creationId="{E1EFF191-77B6-9B98-EA7E-3DBA78B0EDAC}"/>
          </ac:spMkLst>
        </pc:spChg>
        <pc:spChg chg="mod">
          <ac:chgData name="강창범" userId="6a7447b3-2e50-499e-b487-9c847021f407" providerId="ADAL" clId="{0BEDABA6-D114-43DF-9A5E-C62F891BF481}" dt="2026-09-27T15:05:13.436" v="1469" actId="20577"/>
          <ac:spMkLst>
            <pc:docMk/>
            <pc:sldMk cId="0" sldId="257"/>
            <ac:spMk id="20" creationId="{768B1C2E-C6F0-315D-BAF4-9D877513D5B5}"/>
          </ac:spMkLst>
        </pc:spChg>
        <pc:spChg chg="mod">
          <ac:chgData name="강창범" userId="6a7447b3-2e50-499e-b487-9c847021f407" providerId="ADAL" clId="{0BEDABA6-D114-43DF-9A5E-C62F891BF481}" dt="2026-09-27T17:14:58.722" v="2574" actId="20577"/>
          <ac:spMkLst>
            <pc:docMk/>
            <pc:sldMk cId="0" sldId="257"/>
            <ac:spMk id="25" creationId="{BB873312-3154-5254-BB62-2D9B7F149F06}"/>
          </ac:spMkLst>
        </pc:spChg>
        <pc:grpChg chg="add mod">
          <ac:chgData name="강창범" userId="6a7447b3-2e50-499e-b487-9c847021f407" providerId="ADAL" clId="{0BEDABA6-D114-43DF-9A5E-C62F891BF481}" dt="2026-09-27T08:16:18.076" v="25" actId="1076"/>
          <ac:grpSpMkLst>
            <pc:docMk/>
            <pc:sldMk cId="0" sldId="257"/>
            <ac:grpSpMk id="9" creationId="{CE517FEA-2B88-EBB6-DA0E-DF0FB9E4DF6E}"/>
          </ac:grpSpMkLst>
        </pc:grpChg>
        <pc:grpChg chg="add mod">
          <ac:chgData name="강창범" userId="6a7447b3-2e50-499e-b487-9c847021f407" providerId="ADAL" clId="{0BEDABA6-D114-43DF-9A5E-C62F891BF481}" dt="2026-09-27T08:16:18.076" v="25" actId="1076"/>
          <ac:grpSpMkLst>
            <pc:docMk/>
            <pc:sldMk cId="0" sldId="257"/>
            <ac:grpSpMk id="14" creationId="{CA7EAE13-30D7-CB1F-0B17-C8656353946D}"/>
          </ac:grpSpMkLst>
        </pc:grpChg>
        <pc:grpChg chg="mod">
          <ac:chgData name="강창범" userId="6a7447b3-2e50-499e-b487-9c847021f407" providerId="ADAL" clId="{0BEDABA6-D114-43DF-9A5E-C62F891BF481}" dt="2026-09-27T08:15:16.441" v="14"/>
          <ac:grpSpMkLst>
            <pc:docMk/>
            <pc:sldMk cId="0" sldId="257"/>
            <ac:grpSpMk id="16" creationId="{AC9D6C03-D4EF-FBF4-4E8D-7DF3F2D3F649}"/>
          </ac:grpSpMkLst>
        </pc:grpChg>
        <pc:grpChg chg="add mod">
          <ac:chgData name="강창범" userId="6a7447b3-2e50-499e-b487-9c847021f407" providerId="ADAL" clId="{0BEDABA6-D114-43DF-9A5E-C62F891BF481}" dt="2026-09-27T08:16:18.076" v="25" actId="1076"/>
          <ac:grpSpMkLst>
            <pc:docMk/>
            <pc:sldMk cId="0" sldId="257"/>
            <ac:grpSpMk id="19" creationId="{33E3C3B7-A220-4DFC-D687-EF977205CD49}"/>
          </ac:grpSpMkLst>
        </pc:grpChg>
        <pc:grpChg chg="add mod">
          <ac:chgData name="강창범" userId="6a7447b3-2e50-499e-b487-9c847021f407" providerId="ADAL" clId="{0BEDABA6-D114-43DF-9A5E-C62F891BF481}" dt="2026-09-27T08:16:18.076" v="25" actId="1076"/>
          <ac:grpSpMkLst>
            <pc:docMk/>
            <pc:sldMk cId="0" sldId="257"/>
            <ac:grpSpMk id="24" creationId="{308C7950-260A-418E-8894-7794B7C73046}"/>
          </ac:grpSpMkLst>
        </pc:grpChg>
        <pc:grpChg chg="mod">
          <ac:chgData name="강창범" userId="6a7447b3-2e50-499e-b487-9c847021f407" providerId="ADAL" clId="{0BEDABA6-D114-43DF-9A5E-C62F891BF481}" dt="2026-09-27T08:15:16.441" v="14"/>
          <ac:grpSpMkLst>
            <pc:docMk/>
            <pc:sldMk cId="0" sldId="257"/>
            <ac:grpSpMk id="26" creationId="{00C8E6CB-B522-98B3-F9D4-8582A00341B9}"/>
          </ac:grpSpMkLst>
        </pc:grpChg>
      </pc:sldChg>
      <pc:sldChg chg="addSp delSp modSp add del mod setBg modClrScheme chgLayout">
        <pc:chgData name="강창범" userId="6a7447b3-2e50-499e-b487-9c847021f407" providerId="ADAL" clId="{0BEDABA6-D114-43DF-9A5E-C62F891BF481}" dt="2026-09-28T07:59:14.394" v="2687"/>
        <pc:sldMkLst>
          <pc:docMk/>
          <pc:sldMk cId="0" sldId="258"/>
        </pc:sldMkLst>
      </pc:sldChg>
      <pc:sldChg chg="delSp add mod modClrScheme chgLayout">
        <pc:chgData name="강창범" userId="6a7447b3-2e50-499e-b487-9c847021f407" providerId="ADAL" clId="{0BEDABA6-D114-43DF-9A5E-C62F891BF481}" dt="2026-09-28T08:07:49.742" v="2693" actId="478"/>
        <pc:sldMkLst>
          <pc:docMk/>
          <pc:sldMk cId="4247601646" sldId="258"/>
        </pc:sldMkLst>
        <pc:spChg chg="del">
          <ac:chgData name="강창범" userId="6a7447b3-2e50-499e-b487-9c847021f407" providerId="ADAL" clId="{0BEDABA6-D114-43DF-9A5E-C62F891BF481}" dt="2026-09-28T08:07:49.742" v="2693" actId="478"/>
          <ac:spMkLst>
            <pc:docMk/>
            <pc:sldMk cId="4247601646" sldId="258"/>
            <ac:spMk id="18" creationId="{CDE31BD6-05AE-0BC5-3909-39D929C4CE78}"/>
          </ac:spMkLst>
        </pc:spChg>
      </pc:sldChg>
      <pc:sldChg chg="addSp delSp modSp add del mod setBg modClrScheme chgLayout">
        <pc:chgData name="강창범" userId="6a7447b3-2e50-499e-b487-9c847021f407" providerId="ADAL" clId="{0BEDABA6-D114-43DF-9A5E-C62F891BF481}" dt="2026-09-28T07:59:14.394" v="2687"/>
        <pc:sldMkLst>
          <pc:docMk/>
          <pc:sldMk cId="0" sldId="259"/>
        </pc:sldMkLst>
      </pc:sldChg>
      <pc:sldChg chg="addSp delSp modSp add mod modClrScheme chgLayout">
        <pc:chgData name="강창범" userId="6a7447b3-2e50-499e-b487-9c847021f407" providerId="ADAL" clId="{0BEDABA6-D114-43DF-9A5E-C62F891BF481}" dt="2026-09-28T08:10:17.778" v="2721" actId="164"/>
        <pc:sldMkLst>
          <pc:docMk/>
          <pc:sldMk cId="2142179890" sldId="259"/>
        </pc:sldMkLst>
        <pc:spChg chg="del">
          <ac:chgData name="강창범" userId="6a7447b3-2e50-499e-b487-9c847021f407" providerId="ADAL" clId="{0BEDABA6-D114-43DF-9A5E-C62F891BF481}" dt="2026-09-28T08:07:52.435" v="2694" actId="478"/>
          <ac:spMkLst>
            <pc:docMk/>
            <pc:sldMk cId="2142179890" sldId="259"/>
            <ac:spMk id="14" creationId="{D9F5D3BC-D84D-405D-10F7-547F4728E470}"/>
          </ac:spMkLst>
        </pc:spChg>
        <pc:grpChg chg="add mod">
          <ac:chgData name="강창범" userId="6a7447b3-2e50-499e-b487-9c847021f407" providerId="ADAL" clId="{0BEDABA6-D114-43DF-9A5E-C62F891BF481}" dt="2026-09-28T08:10:17.778" v="2721" actId="164"/>
          <ac:grpSpMkLst>
            <pc:docMk/>
            <pc:sldMk cId="2142179890" sldId="259"/>
            <ac:grpSpMk id="17" creationId="{9F0B36BE-C029-C859-1A9D-4A9AA25AE83D}"/>
          </ac:grpSpMkLst>
        </pc:grpChg>
        <pc:picChg chg="mod">
          <ac:chgData name="강창범" userId="6a7447b3-2e50-499e-b487-9c847021f407" providerId="ADAL" clId="{0BEDABA6-D114-43DF-9A5E-C62F891BF481}" dt="2026-09-28T08:10:17.778" v="2721" actId="164"/>
          <ac:picMkLst>
            <pc:docMk/>
            <pc:sldMk cId="2142179890" sldId="259"/>
            <ac:picMk id="6" creationId="{406C87C9-FDBA-A62D-1D96-07A3B6C28786}"/>
          </ac:picMkLst>
        </pc:picChg>
        <pc:cxnChg chg="add mod">
          <ac:chgData name="강창범" userId="6a7447b3-2e50-499e-b487-9c847021f407" providerId="ADAL" clId="{0BEDABA6-D114-43DF-9A5E-C62F891BF481}" dt="2026-09-28T08:10:17.778" v="2721" actId="164"/>
          <ac:cxnSpMkLst>
            <pc:docMk/>
            <pc:sldMk cId="2142179890" sldId="259"/>
            <ac:cxnSpMk id="16" creationId="{47C99D47-6AA2-CC67-7C0F-F00B46D50E3C}"/>
          </ac:cxnSpMkLst>
        </pc:cxnChg>
      </pc:sldChg>
      <pc:sldChg chg="addSp delSp modSp add del mod setBg modClrScheme chgLayout">
        <pc:chgData name="강창범" userId="6a7447b3-2e50-499e-b487-9c847021f407" providerId="ADAL" clId="{0BEDABA6-D114-43DF-9A5E-C62F891BF481}" dt="2026-09-28T07:59:14.394" v="2687"/>
        <pc:sldMkLst>
          <pc:docMk/>
          <pc:sldMk cId="0" sldId="260"/>
        </pc:sldMkLst>
      </pc:sldChg>
      <pc:sldChg chg="delSp add mod modClrScheme chgLayout">
        <pc:chgData name="강창범" userId="6a7447b3-2e50-499e-b487-9c847021f407" providerId="ADAL" clId="{0BEDABA6-D114-43DF-9A5E-C62F891BF481}" dt="2026-09-28T08:07:55.128" v="2695" actId="478"/>
        <pc:sldMkLst>
          <pc:docMk/>
          <pc:sldMk cId="4205904465" sldId="260"/>
        </pc:sldMkLst>
        <pc:spChg chg="del">
          <ac:chgData name="강창범" userId="6a7447b3-2e50-499e-b487-9c847021f407" providerId="ADAL" clId="{0BEDABA6-D114-43DF-9A5E-C62F891BF481}" dt="2026-09-28T08:07:55.128" v="2695" actId="478"/>
          <ac:spMkLst>
            <pc:docMk/>
            <pc:sldMk cId="4205904465" sldId="260"/>
            <ac:spMk id="17" creationId="{B50FF370-4F26-570F-2C9C-697439D09E0F}"/>
          </ac:spMkLst>
        </pc:spChg>
      </pc:sldChg>
      <pc:sldChg chg="addSp delSp modSp add del mod setBg modClrScheme chgLayout">
        <pc:chgData name="강창범" userId="6a7447b3-2e50-499e-b487-9c847021f407" providerId="ADAL" clId="{0BEDABA6-D114-43DF-9A5E-C62F891BF481}" dt="2026-09-28T07:59:14.394" v="2687"/>
        <pc:sldMkLst>
          <pc:docMk/>
          <pc:sldMk cId="0" sldId="261"/>
        </pc:sldMkLst>
      </pc:sldChg>
      <pc:sldChg chg="delSp add mod modClrScheme chgLayout">
        <pc:chgData name="강창범" userId="6a7447b3-2e50-499e-b487-9c847021f407" providerId="ADAL" clId="{0BEDABA6-D114-43DF-9A5E-C62F891BF481}" dt="2026-09-28T08:07:58.132" v="2696" actId="478"/>
        <pc:sldMkLst>
          <pc:docMk/>
          <pc:sldMk cId="992665027" sldId="261"/>
        </pc:sldMkLst>
        <pc:spChg chg="del">
          <ac:chgData name="강창범" userId="6a7447b3-2e50-499e-b487-9c847021f407" providerId="ADAL" clId="{0BEDABA6-D114-43DF-9A5E-C62F891BF481}" dt="2026-09-28T08:07:58.132" v="2696" actId="478"/>
          <ac:spMkLst>
            <pc:docMk/>
            <pc:sldMk cId="992665027" sldId="261"/>
            <ac:spMk id="16" creationId="{F924FC8A-B42E-09AF-E16A-EB4E970752BA}"/>
          </ac:spMkLst>
        </pc:spChg>
      </pc:sldChg>
      <pc:sldChg chg="addSp delSp modSp add del mod setBg modClrScheme chgLayout">
        <pc:chgData name="강창범" userId="6a7447b3-2e50-499e-b487-9c847021f407" providerId="ADAL" clId="{0BEDABA6-D114-43DF-9A5E-C62F891BF481}" dt="2026-09-28T07:59:14.394" v="2687"/>
        <pc:sldMkLst>
          <pc:docMk/>
          <pc:sldMk cId="0" sldId="262"/>
        </pc:sldMkLst>
      </pc:sldChg>
      <pc:sldChg chg="delSp add mod modClrScheme chgLayout">
        <pc:chgData name="강창범" userId="6a7447b3-2e50-499e-b487-9c847021f407" providerId="ADAL" clId="{0BEDABA6-D114-43DF-9A5E-C62F891BF481}" dt="2026-09-28T08:08:00.662" v="2697" actId="478"/>
        <pc:sldMkLst>
          <pc:docMk/>
          <pc:sldMk cId="2982209027" sldId="262"/>
        </pc:sldMkLst>
        <pc:spChg chg="del">
          <ac:chgData name="강창범" userId="6a7447b3-2e50-499e-b487-9c847021f407" providerId="ADAL" clId="{0BEDABA6-D114-43DF-9A5E-C62F891BF481}" dt="2026-09-28T08:08:00.662" v="2697" actId="478"/>
          <ac:spMkLst>
            <pc:docMk/>
            <pc:sldMk cId="2982209027" sldId="262"/>
            <ac:spMk id="16" creationId="{83893949-3734-4C08-AFA1-80E4C5876CCC}"/>
          </ac:spMkLst>
        </pc:spChg>
      </pc:sldChg>
      <pc:sldChg chg="addSp delSp modSp add del mod setBg modClrScheme chgLayout">
        <pc:chgData name="강창범" userId="6a7447b3-2e50-499e-b487-9c847021f407" providerId="ADAL" clId="{0BEDABA6-D114-43DF-9A5E-C62F891BF481}" dt="2026-09-28T07:59:14.394" v="2687"/>
        <pc:sldMkLst>
          <pc:docMk/>
          <pc:sldMk cId="0" sldId="263"/>
        </pc:sldMkLst>
      </pc:sldChg>
      <pc:sldChg chg="delSp add mod modClrScheme chgLayout">
        <pc:chgData name="강창범" userId="6a7447b3-2e50-499e-b487-9c847021f407" providerId="ADAL" clId="{0BEDABA6-D114-43DF-9A5E-C62F891BF481}" dt="2026-09-28T08:08:03.971" v="2698" actId="478"/>
        <pc:sldMkLst>
          <pc:docMk/>
          <pc:sldMk cId="218724745" sldId="263"/>
        </pc:sldMkLst>
        <pc:spChg chg="del">
          <ac:chgData name="강창범" userId="6a7447b3-2e50-499e-b487-9c847021f407" providerId="ADAL" clId="{0BEDABA6-D114-43DF-9A5E-C62F891BF481}" dt="2026-09-28T08:08:03.971" v="2698" actId="478"/>
          <ac:spMkLst>
            <pc:docMk/>
            <pc:sldMk cId="218724745" sldId="263"/>
            <ac:spMk id="16" creationId="{6AE75B6C-88A2-04CD-7B36-75E385B953B2}"/>
          </ac:spMkLst>
        </pc:spChg>
      </pc:sldChg>
      <pc:sldChg chg="addSp delSp modSp mod ord modClrScheme chgLayout">
        <pc:chgData name="강창범" userId="6a7447b3-2e50-499e-b487-9c847021f407" providerId="ADAL" clId="{0BEDABA6-D114-43DF-9A5E-C62F891BF481}" dt="2026-09-27T17:07:22.763" v="2518" actId="700"/>
        <pc:sldMkLst>
          <pc:docMk/>
          <pc:sldMk cId="0" sldId="264"/>
        </pc:sldMkLst>
        <pc:picChg chg="mod">
          <ac:chgData name="강창범" userId="6a7447b3-2e50-499e-b487-9c847021f407" providerId="ADAL" clId="{0BEDABA6-D114-43DF-9A5E-C62F891BF481}" dt="2026-09-27T13:17:25.525" v="1129" actId="1037"/>
          <ac:picMkLst>
            <pc:docMk/>
            <pc:sldMk cId="0" sldId="264"/>
            <ac:picMk id="5" creationId="{00000000-0000-0000-0000-000000000000}"/>
          </ac:picMkLst>
        </pc:picChg>
      </pc:sldChg>
      <pc:sldChg chg="addSp delSp modSp add mod setBg modClrScheme chgLayout">
        <pc:chgData name="강창범" userId="6a7447b3-2e50-499e-b487-9c847021f407" providerId="ADAL" clId="{0BEDABA6-D114-43DF-9A5E-C62F891BF481}" dt="2026-09-28T08:12:39.447" v="2753" actId="1076"/>
        <pc:sldMkLst>
          <pc:docMk/>
          <pc:sldMk cId="299576778" sldId="265"/>
        </pc:sldMkLst>
        <pc:spChg chg="mod">
          <ac:chgData name="강창범" userId="6a7447b3-2e50-499e-b487-9c847021f407" providerId="ADAL" clId="{0BEDABA6-D114-43DF-9A5E-C62F891BF481}" dt="2026-09-27T08:17:12.836" v="26"/>
          <ac:spMkLst>
            <pc:docMk/>
            <pc:sldMk cId="299576778" sldId="265"/>
            <ac:spMk id="3" creationId="{430E7943-5FBE-BABA-CB3B-97BDC7EC50DC}"/>
          </ac:spMkLst>
        </pc:spChg>
        <pc:spChg chg="add mod">
          <ac:chgData name="강창범" userId="6a7447b3-2e50-499e-b487-9c847021f407" providerId="ADAL" clId="{0BEDABA6-D114-43DF-9A5E-C62F891BF481}" dt="2026-09-28T08:12:23.902" v="2744" actId="688"/>
          <ac:spMkLst>
            <pc:docMk/>
            <pc:sldMk cId="299576778" sldId="265"/>
            <ac:spMk id="5" creationId="{E2CFD4AB-A763-E6A9-548E-14F2CFD1BF54}"/>
          </ac:spMkLst>
        </pc:spChg>
        <pc:spChg chg="add mod">
          <ac:chgData name="강창범" userId="6a7447b3-2e50-499e-b487-9c847021f407" providerId="ADAL" clId="{0BEDABA6-D114-43DF-9A5E-C62F891BF481}" dt="2026-09-28T08:12:01.248" v="2739" actId="688"/>
          <ac:spMkLst>
            <pc:docMk/>
            <pc:sldMk cId="299576778" sldId="265"/>
            <ac:spMk id="6" creationId="{5D1155B4-B855-BDF8-DD77-FFB85A362C90}"/>
          </ac:spMkLst>
        </pc:spChg>
        <pc:spChg chg="add 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18" creationId="{ACB33C62-0E27-7E2B-532A-99FD328D304D}"/>
          </ac:spMkLst>
        </pc:spChg>
        <pc:spChg chg="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23" creationId="{658EA05D-252A-3DE3-C695-5558C31BA90E}"/>
          </ac:spMkLst>
        </pc:spChg>
        <pc:spChg chg="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26" creationId="{7F6EE9AA-4AE2-BC67-58C7-C12C834D8A9F}"/>
          </ac:spMkLst>
        </pc:spChg>
        <pc:spChg chg="mod">
          <ac:chgData name="강창범" userId="6a7447b3-2e50-499e-b487-9c847021f407" providerId="ADAL" clId="{0BEDABA6-D114-43DF-9A5E-C62F891BF481}" dt="2026-09-28T08:12:39.447" v="2753" actId="1076"/>
          <ac:spMkLst>
            <pc:docMk/>
            <pc:sldMk cId="299576778" sldId="265"/>
            <ac:spMk id="29" creationId="{38C5DC3D-5521-CAC9-EA2F-81DDF4288304}"/>
          </ac:spMkLst>
        </pc:spChg>
        <pc:spChg chg="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31" creationId="{64DF6571-74F1-AB29-3C9C-462AC24426D9}"/>
          </ac:spMkLst>
        </pc:spChg>
        <pc:spChg chg="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36" creationId="{02E6C389-9963-CCC9-725C-A2BB217B487D}"/>
          </ac:spMkLst>
        </pc:spChg>
        <pc:spChg chg="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37" creationId="{40D937C9-FB8C-177D-978B-B33D8C7E3F1A}"/>
          </ac:spMkLst>
        </pc:spChg>
        <pc:spChg chg="mod">
          <ac:chgData name="강창범" userId="6a7447b3-2e50-499e-b487-9c847021f407" providerId="ADAL" clId="{0BEDABA6-D114-43DF-9A5E-C62F891BF481}" dt="2026-09-28T08:12:16.585" v="2743" actId="1076"/>
          <ac:spMkLst>
            <pc:docMk/>
            <pc:sldMk cId="299576778" sldId="265"/>
            <ac:spMk id="40" creationId="{E3D2DBC3-E1DC-1824-6AC6-842AE47C65F9}"/>
          </ac:spMkLst>
        </pc:spChg>
        <pc:spChg chg="mod">
          <ac:chgData name="강창범" userId="6a7447b3-2e50-499e-b487-9c847021f407" providerId="ADAL" clId="{0BEDABA6-D114-43DF-9A5E-C62F891BF481}" dt="2026-09-27T17:01:09.872" v="2480" actId="20577"/>
          <ac:spMkLst>
            <pc:docMk/>
            <pc:sldMk cId="299576778" sldId="265"/>
            <ac:spMk id="41" creationId="{24C8F8C7-FB7B-FDEC-1EB8-D90ABA9FC483}"/>
          </ac:spMkLst>
        </pc:spChg>
        <pc:spChg chg="add mod">
          <ac:chgData name="강창범" userId="6a7447b3-2e50-499e-b487-9c847021f407" providerId="ADAL" clId="{0BEDABA6-D114-43DF-9A5E-C62F891BF481}" dt="2026-09-27T17:01:12.442" v="2483" actId="20577"/>
          <ac:spMkLst>
            <pc:docMk/>
            <pc:sldMk cId="299576778" sldId="265"/>
            <ac:spMk id="42" creationId="{7E2F2FC8-7BDD-8B33-59B8-2886A4EE3312}"/>
          </ac:spMkLst>
        </pc:spChg>
        <pc:spChg chg="add 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44" creationId="{E37B556E-BEC4-A947-06DC-043F7816A393}"/>
          </ac:spMkLst>
        </pc:spChg>
        <pc:spChg chg="add mod">
          <ac:chgData name="강창범" userId="6a7447b3-2e50-499e-b487-9c847021f407" providerId="ADAL" clId="{0BEDABA6-D114-43DF-9A5E-C62F891BF481}" dt="2026-09-27T08:17:41.041" v="29"/>
          <ac:spMkLst>
            <pc:docMk/>
            <pc:sldMk cId="299576778" sldId="265"/>
            <ac:spMk id="45" creationId="{8DE5EC70-9B0C-8C39-7CBA-9403EDEBA27F}"/>
          </ac:spMkLst>
        </pc:spChg>
        <pc:spChg chg="add">
          <ac:chgData name="강창범" userId="6a7447b3-2e50-499e-b487-9c847021f407" providerId="ADAL" clId="{0BEDABA6-D114-43DF-9A5E-C62F891BF481}" dt="2026-09-27T08:17:52.948" v="31" actId="22"/>
          <ac:spMkLst>
            <pc:docMk/>
            <pc:sldMk cId="299576778" sldId="265"/>
            <ac:spMk id="52" creationId="{3A47AC40-5727-E75C-9E7E-8B3FE6968C30}"/>
          </ac:spMkLst>
        </pc:spChg>
        <pc:grpChg chg="mod">
          <ac:chgData name="강창범" userId="6a7447b3-2e50-499e-b487-9c847021f407" providerId="ADAL" clId="{0BEDABA6-D114-43DF-9A5E-C62F891BF481}" dt="2026-09-28T08:12:04.799" v="2741" actId="14100"/>
          <ac:grpSpMkLst>
            <pc:docMk/>
            <pc:sldMk cId="299576778" sldId="265"/>
            <ac:grpSpMk id="48" creationId="{E31119C6-8483-E444-1EE3-236AE1096246}"/>
          </ac:grpSpMkLst>
        </pc:grpChg>
        <pc:cxnChg chg="mod">
          <ac:chgData name="강창범" userId="6a7447b3-2e50-499e-b487-9c847021f407" providerId="ADAL" clId="{0BEDABA6-D114-43DF-9A5E-C62F891BF481}" dt="2026-09-28T08:12:33.532" v="2752" actId="14100"/>
          <ac:cxnSpMkLst>
            <pc:docMk/>
            <pc:sldMk cId="299576778" sldId="265"/>
            <ac:cxnSpMk id="28" creationId="{2BDB283E-163A-ABBE-FF48-F196FAED4BB5}"/>
          </ac:cxnSpMkLst>
        </pc:cxnChg>
        <pc:cxnChg chg="mod">
          <ac:chgData name="강창범" userId="6a7447b3-2e50-499e-b487-9c847021f407" providerId="ADAL" clId="{0BEDABA6-D114-43DF-9A5E-C62F891BF481}" dt="2026-09-28T08:12:12.454" v="2742" actId="14100"/>
          <ac:cxnSpMkLst>
            <pc:docMk/>
            <pc:sldMk cId="299576778" sldId="265"/>
            <ac:cxnSpMk id="39" creationId="{F922E956-BF00-4B7D-315F-5E9A03E072A5}"/>
          </ac:cxnSpMkLst>
        </pc:cxnChg>
      </pc:sldChg>
      <pc:sldChg chg="addSp delSp modSp add del mod setBg modClrScheme chgLayout">
        <pc:chgData name="강창범" userId="6a7447b3-2e50-499e-b487-9c847021f407" providerId="ADAL" clId="{0BEDABA6-D114-43DF-9A5E-C62F891BF481}" dt="2026-09-28T07:59:13.523" v="2685" actId="47"/>
        <pc:sldMkLst>
          <pc:docMk/>
          <pc:sldMk cId="4225495057" sldId="266"/>
        </pc:sldMkLst>
        <pc:spChg chg="mod">
          <ac:chgData name="강창범" userId="6a7447b3-2e50-499e-b487-9c847021f407" providerId="ADAL" clId="{0BEDABA6-D114-43DF-9A5E-C62F891BF481}" dt="2026-09-28T07:56:14.113" v="2682" actId="1036"/>
          <ac:spMkLst>
            <pc:docMk/>
            <pc:sldMk cId="4225495057" sldId="266"/>
            <ac:spMk id="2" creationId="{F196622A-59E9-2F73-2375-669BB8D3E351}"/>
          </ac:spMkLst>
        </pc:spChg>
      </pc:sldChg>
      <pc:sldChg chg="addSp delSp modSp add mod modClrScheme chgLayout">
        <pc:chgData name="강창범" userId="6a7447b3-2e50-499e-b487-9c847021f407" providerId="ADAL" clId="{0BEDABA6-D114-43DF-9A5E-C62F891BF481}" dt="2026-09-28T08:15:47.203" v="2778" actId="22"/>
        <pc:sldMkLst>
          <pc:docMk/>
          <pc:sldMk cId="4134647261" sldId="267"/>
        </pc:sldMkLst>
        <pc:spChg chg="mod">
          <ac:chgData name="강창범" userId="6a7447b3-2e50-499e-b487-9c847021f407" providerId="ADAL" clId="{0BEDABA6-D114-43DF-9A5E-C62F891BF481}" dt="2026-09-28T08:13:36.849" v="2761" actId="1076"/>
          <ac:spMkLst>
            <pc:docMk/>
            <pc:sldMk cId="4134647261" sldId="267"/>
            <ac:spMk id="4" creationId="{B2A546A8-6D59-91CC-FF21-8A6C2A756B7D}"/>
          </ac:spMkLst>
        </pc:spChg>
        <pc:spChg chg="add mod">
          <ac:chgData name="강창범" userId="6a7447b3-2e50-499e-b487-9c847021f407" providerId="ADAL" clId="{0BEDABA6-D114-43DF-9A5E-C62F891BF481}" dt="2026-09-27T09:52:43.350" v="747" actId="20577"/>
          <ac:spMkLst>
            <pc:docMk/>
            <pc:sldMk cId="4134647261" sldId="267"/>
            <ac:spMk id="5" creationId="{D80BAEEF-46F8-C334-59E3-3597C65CB305}"/>
          </ac:spMkLst>
        </pc:spChg>
        <pc:spChg chg="mod">
          <ac:chgData name="강창범" userId="6a7447b3-2e50-499e-b487-9c847021f407" providerId="ADAL" clId="{0BEDABA6-D114-43DF-9A5E-C62F891BF481}" dt="2026-09-27T09:47:53.171" v="707" actId="14100"/>
          <ac:spMkLst>
            <pc:docMk/>
            <pc:sldMk cId="4134647261" sldId="267"/>
            <ac:spMk id="8" creationId="{4A167CAD-48B8-5128-4A5D-4C9AD0E98B88}"/>
          </ac:spMkLst>
        </pc:spChg>
        <pc:spChg chg="mod topLvl">
          <ac:chgData name="강창범" userId="6a7447b3-2e50-499e-b487-9c847021f407" providerId="ADAL" clId="{0BEDABA6-D114-43DF-9A5E-C62F891BF481}" dt="2026-09-27T09:48:08.117" v="711" actId="165"/>
          <ac:spMkLst>
            <pc:docMk/>
            <pc:sldMk cId="4134647261" sldId="267"/>
            <ac:spMk id="9" creationId="{B96124A1-889D-F564-4578-89F069D87432}"/>
          </ac:spMkLst>
        </pc:spChg>
        <pc:spChg chg="mod topLvl">
          <ac:chgData name="강창범" userId="6a7447b3-2e50-499e-b487-9c847021f407" providerId="ADAL" clId="{0BEDABA6-D114-43DF-9A5E-C62F891BF481}" dt="2026-09-27T09:48:08.117" v="711" actId="165"/>
          <ac:spMkLst>
            <pc:docMk/>
            <pc:sldMk cId="4134647261" sldId="267"/>
            <ac:spMk id="10" creationId="{AC9F0B8F-C53F-A5F0-C089-39844ECA2BAF}"/>
          </ac:spMkLst>
        </pc:spChg>
        <pc:spChg chg="mod topLvl">
          <ac:chgData name="강창범" userId="6a7447b3-2e50-499e-b487-9c847021f407" providerId="ADAL" clId="{0BEDABA6-D114-43DF-9A5E-C62F891BF481}" dt="2026-09-27T15:04:13.714" v="1422" actId="20577"/>
          <ac:spMkLst>
            <pc:docMk/>
            <pc:sldMk cId="4134647261" sldId="267"/>
            <ac:spMk id="11" creationId="{FC2C84A7-428A-C11F-C161-8B3A3ADE85DE}"/>
          </ac:spMkLst>
        </pc:spChg>
        <pc:spChg chg="mod">
          <ac:chgData name="강창범" userId="6a7447b3-2e50-499e-b487-9c847021f407" providerId="ADAL" clId="{0BEDABA6-D114-43DF-9A5E-C62F891BF481}" dt="2026-09-27T08:18:38.422" v="40"/>
          <ac:spMkLst>
            <pc:docMk/>
            <pc:sldMk cId="4134647261" sldId="267"/>
            <ac:spMk id="12" creationId="{BFA10C94-8FBC-753B-B7DC-CC20B5F4B01F}"/>
          </ac:spMkLst>
        </pc:spChg>
        <pc:spChg chg="mod topLvl">
          <ac:chgData name="강창범" userId="6a7447b3-2e50-499e-b487-9c847021f407" providerId="ADAL" clId="{0BEDABA6-D114-43DF-9A5E-C62F891BF481}" dt="2026-09-27T15:04:18.141" v="1428" actId="20577"/>
          <ac:spMkLst>
            <pc:docMk/>
            <pc:sldMk cId="4134647261" sldId="267"/>
            <ac:spMk id="13" creationId="{CCDA01E9-111C-F458-D979-BACE099DA597}"/>
          </ac:spMkLst>
        </pc:spChg>
        <pc:spChg chg="mod">
          <ac:chgData name="강창범" userId="6a7447b3-2e50-499e-b487-9c847021f407" providerId="ADAL" clId="{0BEDABA6-D114-43DF-9A5E-C62F891BF481}" dt="2026-09-27T09:48:34.132" v="732" actId="164"/>
          <ac:spMkLst>
            <pc:docMk/>
            <pc:sldMk cId="4134647261" sldId="267"/>
            <ac:spMk id="14" creationId="{15CC5A86-24FA-5429-AC46-2620CBA26CBE}"/>
          </ac:spMkLst>
        </pc:spChg>
        <pc:spChg chg="mod topLvl">
          <ac:chgData name="강창범" userId="6a7447b3-2e50-499e-b487-9c847021f407" providerId="ADAL" clId="{0BEDABA6-D114-43DF-9A5E-C62F891BF481}" dt="2026-09-27T09:48:17.731" v="713" actId="164"/>
          <ac:spMkLst>
            <pc:docMk/>
            <pc:sldMk cId="4134647261" sldId="267"/>
            <ac:spMk id="15" creationId="{F70F5340-62EE-A2D1-5B65-22C194778D48}"/>
          </ac:spMkLst>
        </pc:spChg>
        <pc:spChg chg="add mod">
          <ac:chgData name="강창범" userId="6a7447b3-2e50-499e-b487-9c847021f407" providerId="ADAL" clId="{0BEDABA6-D114-43DF-9A5E-C62F891BF481}" dt="2026-09-28T08:13:45.769" v="2765" actId="1076"/>
          <ac:spMkLst>
            <pc:docMk/>
            <pc:sldMk cId="4134647261" sldId="267"/>
            <ac:spMk id="23" creationId="{3EDFF582-BA10-2248-FCE8-07F4E9E963F8}"/>
          </ac:spMkLst>
        </pc:spChg>
        <pc:spChg chg="add mod">
          <ac:chgData name="강창범" userId="6a7447b3-2e50-499e-b487-9c847021f407" providerId="ADAL" clId="{0BEDABA6-D114-43DF-9A5E-C62F891BF481}" dt="2026-09-28T08:14:33.853" v="2770" actId="20577"/>
          <ac:spMkLst>
            <pc:docMk/>
            <pc:sldMk cId="4134647261" sldId="267"/>
            <ac:spMk id="24" creationId="{DFA438BA-2E3F-ADCF-E710-F8D6BC86882D}"/>
          </ac:spMkLst>
        </pc:spChg>
        <pc:spChg chg="mod">
          <ac:chgData name="강창범" userId="6a7447b3-2e50-499e-b487-9c847021f407" providerId="ADAL" clId="{0BEDABA6-D114-43DF-9A5E-C62F891BF481}" dt="2026-09-28T08:15:20.302" v="2776"/>
          <ac:spMkLst>
            <pc:docMk/>
            <pc:sldMk cId="4134647261" sldId="267"/>
            <ac:spMk id="27" creationId="{0B7622A9-0C09-FF39-0D38-E084461FF363}"/>
          </ac:spMkLst>
        </pc:spChg>
        <pc:spChg chg="add">
          <ac:chgData name="강창범" userId="6a7447b3-2e50-499e-b487-9c847021f407" providerId="ADAL" clId="{0BEDABA6-D114-43DF-9A5E-C62F891BF481}" dt="2026-09-28T08:15:47.203" v="2778" actId="22"/>
          <ac:spMkLst>
            <pc:docMk/>
            <pc:sldMk cId="4134647261" sldId="267"/>
            <ac:spMk id="31" creationId="{74DD1224-AF33-72C8-76C5-3B918C2A2B62}"/>
          </ac:spMkLst>
        </pc:spChg>
        <pc:spChg chg="add mod">
          <ac:chgData name="강창범" userId="6a7447b3-2e50-499e-b487-9c847021f407" providerId="ADAL" clId="{0BEDABA6-D114-43DF-9A5E-C62F891BF481}" dt="2026-09-27T10:04:15.581" v="905" actId="14100"/>
          <ac:spMkLst>
            <pc:docMk/>
            <pc:sldMk cId="4134647261" sldId="267"/>
            <ac:spMk id="39" creationId="{A26A73FD-5175-9ED0-8400-B88B7C661B86}"/>
          </ac:spMkLst>
        </pc:spChg>
        <pc:spChg chg="add mod">
          <ac:chgData name="강창범" userId="6a7447b3-2e50-499e-b487-9c847021f407" providerId="ADAL" clId="{0BEDABA6-D114-43DF-9A5E-C62F891BF481}" dt="2026-09-27T10:01:12.654" v="834" actId="14100"/>
          <ac:spMkLst>
            <pc:docMk/>
            <pc:sldMk cId="4134647261" sldId="267"/>
            <ac:spMk id="40" creationId="{D6A9A13F-3469-2E4D-2176-9D4A84E289C5}"/>
          </ac:spMkLst>
        </pc:spChg>
        <pc:spChg chg="add mod">
          <ac:chgData name="강창범" userId="6a7447b3-2e50-499e-b487-9c847021f407" providerId="ADAL" clId="{0BEDABA6-D114-43DF-9A5E-C62F891BF481}" dt="2026-09-27T10:03:35.729" v="893" actId="14100"/>
          <ac:spMkLst>
            <pc:docMk/>
            <pc:sldMk cId="4134647261" sldId="267"/>
            <ac:spMk id="41" creationId="{BE7C7976-56D5-C58A-1EF2-C7812C0A7135}"/>
          </ac:spMkLst>
        </pc:spChg>
        <pc:spChg chg="add mod">
          <ac:chgData name="강창범" userId="6a7447b3-2e50-499e-b487-9c847021f407" providerId="ADAL" clId="{0BEDABA6-D114-43DF-9A5E-C62F891BF481}" dt="2026-09-27T10:04:09.320" v="904" actId="1038"/>
          <ac:spMkLst>
            <pc:docMk/>
            <pc:sldMk cId="4134647261" sldId="267"/>
            <ac:spMk id="42" creationId="{EFCBEEB6-4942-B1D1-1E24-29E3A722A77A}"/>
          </ac:spMkLst>
        </pc:spChg>
        <pc:spChg chg="mod topLvl">
          <ac:chgData name="강창범" userId="6a7447b3-2e50-499e-b487-9c847021f407" providerId="ADAL" clId="{0BEDABA6-D114-43DF-9A5E-C62F891BF481}" dt="2026-09-27T09:48:34.132" v="732" actId="164"/>
          <ac:spMkLst>
            <pc:docMk/>
            <pc:sldMk cId="4134647261" sldId="267"/>
            <ac:spMk id="53" creationId="{BACA0F87-66CC-D049-4FE5-6AF4E41453C9}"/>
          </ac:spMkLst>
        </pc:spChg>
        <pc:spChg chg="del mod topLvl">
          <ac:chgData name="강창범" userId="6a7447b3-2e50-499e-b487-9c847021f407" providerId="ADAL" clId="{0BEDABA6-D114-43DF-9A5E-C62F891BF481}" dt="2026-09-28T08:15:47.028" v="2777" actId="478"/>
          <ac:spMkLst>
            <pc:docMk/>
            <pc:sldMk cId="4134647261" sldId="267"/>
            <ac:spMk id="54" creationId="{1569D05F-F081-E1F7-F697-9B294126D332}"/>
          </ac:spMkLst>
        </pc:spChg>
        <pc:spChg chg="mod topLvl">
          <ac:chgData name="강창범" userId="6a7447b3-2e50-499e-b487-9c847021f407" providerId="ADAL" clId="{0BEDABA6-D114-43DF-9A5E-C62F891BF481}" dt="2026-09-27T09:48:34.132" v="732" actId="164"/>
          <ac:spMkLst>
            <pc:docMk/>
            <pc:sldMk cId="4134647261" sldId="267"/>
            <ac:spMk id="56" creationId="{F49D1A0E-8640-1D31-9DC5-D45638F9C287}"/>
          </ac:spMkLst>
        </pc:spChg>
        <pc:spChg chg="mod topLvl">
          <ac:chgData name="강창범" userId="6a7447b3-2e50-499e-b487-9c847021f407" providerId="ADAL" clId="{0BEDABA6-D114-43DF-9A5E-C62F891BF481}" dt="2026-09-27T09:48:17.731" v="713" actId="164"/>
          <ac:spMkLst>
            <pc:docMk/>
            <pc:sldMk cId="4134647261" sldId="267"/>
            <ac:spMk id="59" creationId="{10B1E220-7EA4-E8EA-DFE7-14683EE46827}"/>
          </ac:spMkLst>
        </pc:spChg>
        <pc:spChg chg="mod topLvl">
          <ac:chgData name="강창범" userId="6a7447b3-2e50-499e-b487-9c847021f407" providerId="ADAL" clId="{0BEDABA6-D114-43DF-9A5E-C62F891BF481}" dt="2026-09-27T10:02:39.389" v="874" actId="1076"/>
          <ac:spMkLst>
            <pc:docMk/>
            <pc:sldMk cId="4134647261" sldId="267"/>
            <ac:spMk id="62" creationId="{6C4F39ED-2FE6-6DDE-98F9-B6A54A7A2CEC}"/>
          </ac:spMkLst>
        </pc:spChg>
        <pc:grpChg chg="add mod">
          <ac:chgData name="강창범" userId="6a7447b3-2e50-499e-b487-9c847021f407" providerId="ADAL" clId="{0BEDABA6-D114-43DF-9A5E-C62F891BF481}" dt="2026-09-28T08:15:20.302" v="2776"/>
          <ac:grpSpMkLst>
            <pc:docMk/>
            <pc:sldMk cId="4134647261" sldId="267"/>
            <ac:grpSpMk id="25" creationId="{5007E084-4F50-B282-2B11-8689ED88796E}"/>
          </ac:grpSpMkLst>
        </pc:grpChg>
        <pc:grpChg chg="add del mod">
          <ac:chgData name="강창범" userId="6a7447b3-2e50-499e-b487-9c847021f407" providerId="ADAL" clId="{0BEDABA6-D114-43DF-9A5E-C62F891BF481}" dt="2026-09-27T10:00:24.535" v="822" actId="478"/>
          <ac:grpSpMkLst>
            <pc:docMk/>
            <pc:sldMk cId="4134647261" sldId="267"/>
            <ac:grpSpMk id="28" creationId="{25491949-DF0A-3AB0-7EA1-55A3019A26E2}"/>
          </ac:grpSpMkLst>
        </pc:grpChg>
        <pc:grpChg chg="add mod">
          <ac:chgData name="강창범" userId="6a7447b3-2e50-499e-b487-9c847021f407" providerId="ADAL" clId="{0BEDABA6-D114-43DF-9A5E-C62F891BF481}" dt="2026-09-27T09:48:41.774" v="733" actId="1076"/>
          <ac:grpSpMkLst>
            <pc:docMk/>
            <pc:sldMk cId="4134647261" sldId="267"/>
            <ac:grpSpMk id="30" creationId="{5FF1209F-2332-CDD9-1A6B-5A5DA6D79828}"/>
          </ac:grpSpMkLst>
        </pc:grpChg>
        <pc:picChg chg="mod">
          <ac:chgData name="강창범" userId="6a7447b3-2e50-499e-b487-9c847021f407" providerId="ADAL" clId="{0BEDABA6-D114-43DF-9A5E-C62F891BF481}" dt="2026-09-27T09:48:34.132" v="732" actId="164"/>
          <ac:picMkLst>
            <pc:docMk/>
            <pc:sldMk cId="4134647261" sldId="267"/>
            <ac:picMk id="17" creationId="{1157525A-8459-F584-DEBE-2D92CF8323CB}"/>
          </ac:picMkLst>
        </pc:picChg>
        <pc:picChg chg="mod">
          <ac:chgData name="강창범" userId="6a7447b3-2e50-499e-b487-9c847021f407" providerId="ADAL" clId="{0BEDABA6-D114-43DF-9A5E-C62F891BF481}" dt="2026-09-27T09:48:17.731" v="713" actId="164"/>
          <ac:picMkLst>
            <pc:docMk/>
            <pc:sldMk cId="4134647261" sldId="267"/>
            <ac:picMk id="57" creationId="{4818C2F2-D2E1-668E-39ED-D73259900988}"/>
          </ac:picMkLst>
        </pc:picChg>
        <pc:cxnChg chg="mod">
          <ac:chgData name="강창범" userId="6a7447b3-2e50-499e-b487-9c847021f407" providerId="ADAL" clId="{0BEDABA6-D114-43DF-9A5E-C62F891BF481}" dt="2026-09-27T09:48:34.132" v="732" actId="164"/>
          <ac:cxnSpMkLst>
            <pc:docMk/>
            <pc:sldMk cId="4134647261" sldId="267"/>
            <ac:cxnSpMk id="7" creationId="{86BA8DD9-D8E1-3F29-249A-DC29C9B66DFC}"/>
          </ac:cxnSpMkLst>
        </pc:cxnChg>
        <pc:cxnChg chg="add del mod">
          <ac:chgData name="강창범" userId="6a7447b3-2e50-499e-b487-9c847021f407" providerId="ADAL" clId="{0BEDABA6-D114-43DF-9A5E-C62F891BF481}" dt="2026-09-28T08:13:05.776" v="2755" actId="478"/>
          <ac:cxnSpMkLst>
            <pc:docMk/>
            <pc:sldMk cId="4134647261" sldId="267"/>
            <ac:cxnSpMk id="16" creationId="{5F8D56CA-214B-5CE0-E043-297097DBD3BF}"/>
          </ac:cxnSpMkLst>
        </pc:cxnChg>
        <pc:cxnChg chg="add mod">
          <ac:chgData name="강창범" userId="6a7447b3-2e50-499e-b487-9c847021f407" providerId="ADAL" clId="{0BEDABA6-D114-43DF-9A5E-C62F891BF481}" dt="2026-09-28T08:13:12.430" v="2757" actId="14100"/>
          <ac:cxnSpMkLst>
            <pc:docMk/>
            <pc:sldMk cId="4134647261" sldId="267"/>
            <ac:cxnSpMk id="19" creationId="{83D61D11-BE4F-826D-77BD-6605D356F03E}"/>
          </ac:cxnSpMkLst>
        </pc:cxnChg>
        <pc:cxnChg chg="add">
          <ac:chgData name="강창범" userId="6a7447b3-2e50-499e-b487-9c847021f407" providerId="ADAL" clId="{0BEDABA6-D114-43DF-9A5E-C62F891BF481}" dt="2026-09-28T08:13:31.074" v="2760" actId="11529"/>
          <ac:cxnSpMkLst>
            <pc:docMk/>
            <pc:sldMk cId="4134647261" sldId="267"/>
            <ac:cxnSpMk id="22" creationId="{3F2D485F-D88C-DB3B-B875-C76653ACB9CD}"/>
          </ac:cxnSpMkLst>
        </pc:cxnChg>
        <pc:cxnChg chg="mod">
          <ac:chgData name="강창범" userId="6a7447b3-2e50-499e-b487-9c847021f407" providerId="ADAL" clId="{0BEDABA6-D114-43DF-9A5E-C62F891BF481}" dt="2026-09-28T08:15:20.302" v="2776"/>
          <ac:cxnSpMkLst>
            <pc:docMk/>
            <pc:sldMk cId="4134647261" sldId="267"/>
            <ac:cxnSpMk id="26" creationId="{EFB6F185-0D00-F4A3-02EB-8D9221CCF021}"/>
          </ac:cxnSpMkLst>
        </pc:cxnChg>
        <pc:cxnChg chg="mod">
          <ac:chgData name="강창범" userId="6a7447b3-2e50-499e-b487-9c847021f407" providerId="ADAL" clId="{0BEDABA6-D114-43DF-9A5E-C62F891BF481}" dt="2026-09-27T09:48:34.132" v="732" actId="164"/>
          <ac:cxnSpMkLst>
            <pc:docMk/>
            <pc:sldMk cId="4134647261" sldId="267"/>
            <ac:cxnSpMk id="51" creationId="{B8038136-45F2-2545-CF9D-67284CA9D65D}"/>
          </ac:cxnSpMkLst>
        </pc:cxnChg>
        <pc:cxnChg chg="mod">
          <ac:chgData name="강창범" userId="6a7447b3-2e50-499e-b487-9c847021f407" providerId="ADAL" clId="{0BEDABA6-D114-43DF-9A5E-C62F891BF481}" dt="2026-09-27T09:48:17.731" v="713" actId="164"/>
          <ac:cxnSpMkLst>
            <pc:docMk/>
            <pc:sldMk cId="4134647261" sldId="267"/>
            <ac:cxnSpMk id="58" creationId="{C4D2CC45-D091-D835-5988-7670716D66EA}"/>
          </ac:cxnSpMkLst>
        </pc:cxnChg>
        <pc:cxnChg chg="mod">
          <ac:chgData name="강창범" userId="6a7447b3-2e50-499e-b487-9c847021f407" providerId="ADAL" clId="{0BEDABA6-D114-43DF-9A5E-C62F891BF481}" dt="2026-09-27T09:48:41.774" v="733" actId="1076"/>
          <ac:cxnSpMkLst>
            <pc:docMk/>
            <pc:sldMk cId="4134647261" sldId="267"/>
            <ac:cxnSpMk id="63" creationId="{8CDDB004-6BCE-96D3-AD8A-4B367A0760AB}"/>
          </ac:cxnSpMkLst>
        </pc:cxnChg>
        <pc:cxnChg chg="mod">
          <ac:chgData name="강창범" userId="6a7447b3-2e50-499e-b487-9c847021f407" providerId="ADAL" clId="{0BEDABA6-D114-43DF-9A5E-C62F891BF481}" dt="2026-09-27T10:00:24.535" v="822" actId="478"/>
          <ac:cxnSpMkLst>
            <pc:docMk/>
            <pc:sldMk cId="4134647261" sldId="267"/>
            <ac:cxnSpMk id="64" creationId="{6DEAE8A8-C1A5-C800-DF43-EA17DC5E1643}"/>
          </ac:cxnSpMkLst>
        </pc:cxnChg>
        <pc:cxnChg chg="mod">
          <ac:chgData name="강창범" userId="6a7447b3-2e50-499e-b487-9c847021f407" providerId="ADAL" clId="{0BEDABA6-D114-43DF-9A5E-C62F891BF481}" dt="2026-09-27T09:47:53.171" v="707" actId="14100"/>
          <ac:cxnSpMkLst>
            <pc:docMk/>
            <pc:sldMk cId="4134647261" sldId="267"/>
            <ac:cxnSpMk id="65" creationId="{B0BB45C1-4474-3FB9-D4E6-EE9281856E33}"/>
          </ac:cxnSpMkLst>
        </pc:cxnChg>
        <pc:cxnChg chg="mod">
          <ac:chgData name="강창범" userId="6a7447b3-2e50-499e-b487-9c847021f407" providerId="ADAL" clId="{0BEDABA6-D114-43DF-9A5E-C62F891BF481}" dt="2026-09-27T09:47:49.804" v="706" actId="14100"/>
          <ac:cxnSpMkLst>
            <pc:docMk/>
            <pc:sldMk cId="4134647261" sldId="267"/>
            <ac:cxnSpMk id="66" creationId="{68DCE38F-052E-0526-1AD9-376757665809}"/>
          </ac:cxnSpMkLst>
        </pc:cxnChg>
      </pc:sldChg>
      <pc:sldChg chg="addSp delSp modSp new mod chgLayout">
        <pc:chgData name="강창범" userId="6a7447b3-2e50-499e-b487-9c847021f407" providerId="ADAL" clId="{0BEDABA6-D114-43DF-9A5E-C62F891BF481}" dt="2026-09-27T17:07:49.452" v="2520" actId="700"/>
        <pc:sldMkLst>
          <pc:docMk/>
          <pc:sldMk cId="2707502636" sldId="269"/>
        </pc:sldMkLst>
        <pc:spChg chg="add mod">
          <ac:chgData name="강창범" userId="6a7447b3-2e50-499e-b487-9c847021f407" providerId="ADAL" clId="{0BEDABA6-D114-43DF-9A5E-C62F891BF481}" dt="2026-09-27T17:03:09.640" v="2493" actId="207"/>
          <ac:spMkLst>
            <pc:docMk/>
            <pc:sldMk cId="2707502636" sldId="269"/>
            <ac:spMk id="2" creationId="{71BB4178-BCF4-E8CB-BE33-5DD767F03F1A}"/>
          </ac:spMkLst>
        </pc:spChg>
      </pc:sldChg>
      <pc:sldChg chg="addSp delSp modSp add mod chgLayout">
        <pc:chgData name="강창범" userId="6a7447b3-2e50-499e-b487-9c847021f407" providerId="ADAL" clId="{0BEDABA6-D114-43DF-9A5E-C62F891BF481}" dt="2026-09-27T17:07:22.763" v="2518" actId="700"/>
        <pc:sldMkLst>
          <pc:docMk/>
          <pc:sldMk cId="181950962" sldId="270"/>
        </pc:sldMkLst>
        <pc:spChg chg="mod">
          <ac:chgData name="강창범" userId="6a7447b3-2e50-499e-b487-9c847021f407" providerId="ADAL" clId="{0BEDABA6-D114-43DF-9A5E-C62F891BF481}" dt="2026-09-27T15:05:27.160" v="1515" actId="20577"/>
          <ac:spMkLst>
            <pc:docMk/>
            <pc:sldMk cId="181950962" sldId="270"/>
            <ac:spMk id="3" creationId="{8B813951-92D6-0310-6541-374D95722794}"/>
          </ac:spMkLst>
        </pc:spChg>
        <pc:spChg chg="add mod">
          <ac:chgData name="강창범" userId="6a7447b3-2e50-499e-b487-9c847021f407" providerId="ADAL" clId="{0BEDABA6-D114-43DF-9A5E-C62F891BF481}" dt="2026-09-27T14:54:11.750" v="1195" actId="1076"/>
          <ac:spMkLst>
            <pc:docMk/>
            <pc:sldMk cId="181950962" sldId="270"/>
            <ac:spMk id="6" creationId="{F562EB75-50A9-407D-2280-DABDD8E358E8}"/>
          </ac:spMkLst>
        </pc:spChg>
        <pc:spChg chg="add mod">
          <ac:chgData name="강창범" userId="6a7447b3-2e50-499e-b487-9c847021f407" providerId="ADAL" clId="{0BEDABA6-D114-43DF-9A5E-C62F891BF481}" dt="2026-09-27T16:21:52.523" v="1567" actId="20577"/>
          <ac:spMkLst>
            <pc:docMk/>
            <pc:sldMk cId="181950962" sldId="270"/>
            <ac:spMk id="18" creationId="{99B0265D-1965-9132-5A9B-C17CB7AB64B3}"/>
          </ac:spMkLst>
        </pc:spChg>
        <pc:spChg chg="mod topLvl">
          <ac:chgData name="강창범" userId="6a7447b3-2e50-499e-b487-9c847021f407" providerId="ADAL" clId="{0BEDABA6-D114-43DF-9A5E-C62F891BF481}" dt="2026-09-27T14:58:18.812" v="1323" actId="164"/>
          <ac:spMkLst>
            <pc:docMk/>
            <pc:sldMk cId="181950962" sldId="270"/>
            <ac:spMk id="24" creationId="{75D1B9DE-146B-CAEC-5DF0-A95719930E9D}"/>
          </ac:spMkLst>
        </pc:spChg>
        <pc:spChg chg="mod topLvl">
          <ac:chgData name="강창범" userId="6a7447b3-2e50-499e-b487-9c847021f407" providerId="ADAL" clId="{0BEDABA6-D114-43DF-9A5E-C62F891BF481}" dt="2026-09-27T14:58:18.812" v="1323" actId="164"/>
          <ac:spMkLst>
            <pc:docMk/>
            <pc:sldMk cId="181950962" sldId="270"/>
            <ac:spMk id="25" creationId="{517872D2-396A-1EFF-20F1-A31B68C0B23E}"/>
          </ac:spMkLst>
        </pc:spChg>
        <pc:spChg chg="mod topLvl">
          <ac:chgData name="강창범" userId="6a7447b3-2e50-499e-b487-9c847021f407" providerId="ADAL" clId="{0BEDABA6-D114-43DF-9A5E-C62F891BF481}" dt="2026-09-27T14:58:30.187" v="1324" actId="1076"/>
          <ac:spMkLst>
            <pc:docMk/>
            <pc:sldMk cId="181950962" sldId="270"/>
            <ac:spMk id="27" creationId="{A7A5F80C-73B1-698E-8BBA-3AFE3B11BF80}"/>
          </ac:spMkLst>
        </pc:spChg>
        <pc:spChg chg="add mod">
          <ac:chgData name="강창범" userId="6a7447b3-2e50-499e-b487-9c847021f407" providerId="ADAL" clId="{0BEDABA6-D114-43DF-9A5E-C62F891BF481}" dt="2026-09-27T15:03:31.602" v="1405" actId="164"/>
          <ac:spMkLst>
            <pc:docMk/>
            <pc:sldMk cId="181950962" sldId="270"/>
            <ac:spMk id="44" creationId="{2FF12C36-0AB8-64D9-EB5F-CCCEC9BFE4BA}"/>
          </ac:spMkLst>
        </pc:spChg>
        <pc:spChg chg="add mod">
          <ac:chgData name="강창범" userId="6a7447b3-2e50-499e-b487-9c847021f407" providerId="ADAL" clId="{0BEDABA6-D114-43DF-9A5E-C62F891BF481}" dt="2026-09-27T17:00:51.667" v="2477" actId="20577"/>
          <ac:spMkLst>
            <pc:docMk/>
            <pc:sldMk cId="181950962" sldId="270"/>
            <ac:spMk id="61" creationId="{9C00EAA8-CA7B-BFC9-2EA1-9491D100473A}"/>
          </ac:spMkLst>
        </pc:spChg>
        <pc:spChg chg="mod">
          <ac:chgData name="강창범" userId="6a7447b3-2e50-499e-b487-9c847021f407" providerId="ADAL" clId="{0BEDABA6-D114-43DF-9A5E-C62F891BF481}" dt="2026-09-27T17:00:36.193" v="2467" actId="1076"/>
          <ac:spMkLst>
            <pc:docMk/>
            <pc:sldMk cId="181950962" sldId="270"/>
            <ac:spMk id="74" creationId="{15D9E748-9179-8C67-D806-37E59830670E}"/>
          </ac:spMkLst>
        </pc:spChg>
        <pc:grpChg chg="add mod">
          <ac:chgData name="강창범" userId="6a7447b3-2e50-499e-b487-9c847021f407" providerId="ADAL" clId="{0BEDABA6-D114-43DF-9A5E-C62F891BF481}" dt="2026-09-27T15:02:42.408" v="1400" actId="1076"/>
          <ac:grpSpMkLst>
            <pc:docMk/>
            <pc:sldMk cId="181950962" sldId="270"/>
            <ac:grpSpMk id="36" creationId="{A0D910FC-1778-77F6-3E20-58FBCBDC6B49}"/>
          </ac:grpSpMkLst>
        </pc:grpChg>
        <pc:grpChg chg="add mod">
          <ac:chgData name="강창범" userId="6a7447b3-2e50-499e-b487-9c847021f407" providerId="ADAL" clId="{0BEDABA6-D114-43DF-9A5E-C62F891BF481}" dt="2026-09-27T15:03:31.602" v="1405" actId="164"/>
          <ac:grpSpMkLst>
            <pc:docMk/>
            <pc:sldMk cId="181950962" sldId="270"/>
            <ac:grpSpMk id="69" creationId="{1962CC44-01B1-985F-C2F9-68599FB951BD}"/>
          </ac:grpSpMkLst>
        </pc:grpChg>
        <pc:grpChg chg="add mod">
          <ac:chgData name="강창범" userId="6a7447b3-2e50-499e-b487-9c847021f407" providerId="ADAL" clId="{0BEDABA6-D114-43DF-9A5E-C62F891BF481}" dt="2026-09-27T17:00:47.362" v="2472" actId="20577"/>
          <ac:grpSpMkLst>
            <pc:docMk/>
            <pc:sldMk cId="181950962" sldId="270"/>
            <ac:grpSpMk id="70" creationId="{5A412DED-94B8-4FE5-F202-52972FDAB98A}"/>
          </ac:grpSpMkLst>
        </pc:grpChg>
        <pc:grpChg chg="add mod">
          <ac:chgData name="강창범" userId="6a7447b3-2e50-499e-b487-9c847021f407" providerId="ADAL" clId="{0BEDABA6-D114-43DF-9A5E-C62F891BF481}" dt="2026-09-27T17:00:10.499" v="2462" actId="571"/>
          <ac:grpSpMkLst>
            <pc:docMk/>
            <pc:sldMk cId="181950962" sldId="270"/>
            <ac:grpSpMk id="72" creationId="{A8A0B676-D416-50EA-DF40-C3C92B087E42}"/>
          </ac:grpSpMkLst>
        </pc:grpChg>
        <pc:picChg chg="mod topLvl">
          <ac:chgData name="강창범" userId="6a7447b3-2e50-499e-b487-9c847021f407" providerId="ADAL" clId="{0BEDABA6-D114-43DF-9A5E-C62F891BF481}" dt="2026-09-27T14:58:18.812" v="1323" actId="164"/>
          <ac:picMkLst>
            <pc:docMk/>
            <pc:sldMk cId="181950962" sldId="270"/>
            <ac:picMk id="22" creationId="{46FBA079-B477-2EF8-2A93-BFDB13791A73}"/>
          </ac:picMkLst>
        </pc:picChg>
        <pc:cxnChg chg="mod topLvl">
          <ac:chgData name="강창범" userId="6a7447b3-2e50-499e-b487-9c847021f407" providerId="ADAL" clId="{0BEDABA6-D114-43DF-9A5E-C62F891BF481}" dt="2026-09-27T15:09:07.757" v="1564" actId="1076"/>
          <ac:cxnSpMkLst>
            <pc:docMk/>
            <pc:sldMk cId="181950962" sldId="270"/>
            <ac:cxnSpMk id="20" creationId="{82CE45F4-88D2-91FC-61E1-3074F8FAD002}"/>
          </ac:cxnSpMkLst>
        </pc:cxnChg>
        <pc:cxnChg chg="mod topLvl">
          <ac:chgData name="강창범" userId="6a7447b3-2e50-499e-b487-9c847021f407" providerId="ADAL" clId="{0BEDABA6-D114-43DF-9A5E-C62F891BF481}" dt="2026-09-27T14:55:12.162" v="1218" actId="164"/>
          <ac:cxnSpMkLst>
            <pc:docMk/>
            <pc:sldMk cId="181950962" sldId="270"/>
            <ac:cxnSpMk id="23" creationId="{D4092C5A-DDB6-67EF-CDB3-CD82A7424EC6}"/>
          </ac:cxnSpMkLst>
        </pc:cxnChg>
        <pc:cxnChg chg="add mod">
          <ac:chgData name="강창범" userId="6a7447b3-2e50-499e-b487-9c847021f407" providerId="ADAL" clId="{0BEDABA6-D114-43DF-9A5E-C62F891BF481}" dt="2026-09-27T15:03:31.602" v="1405" actId="164"/>
          <ac:cxnSpMkLst>
            <pc:docMk/>
            <pc:sldMk cId="181950962" sldId="270"/>
            <ac:cxnSpMk id="38" creationId="{06532B40-331A-DC33-9058-AE9FC309E71C}"/>
          </ac:cxnSpMkLst>
        </pc:cxnChg>
        <pc:cxnChg chg="add mod">
          <ac:chgData name="강창범" userId="6a7447b3-2e50-499e-b487-9c847021f407" providerId="ADAL" clId="{0BEDABA6-D114-43DF-9A5E-C62F891BF481}" dt="2026-09-27T17:00:47.362" v="2472" actId="20577"/>
          <ac:cxnSpMkLst>
            <pc:docMk/>
            <pc:sldMk cId="181950962" sldId="270"/>
            <ac:cxnSpMk id="47" creationId="{0A454C01-B853-FDA5-C205-215BE09CC9F6}"/>
          </ac:cxnSpMkLst>
        </pc:cxnChg>
        <pc:cxnChg chg="mod">
          <ac:chgData name="강창범" userId="6a7447b3-2e50-499e-b487-9c847021f407" providerId="ADAL" clId="{0BEDABA6-D114-43DF-9A5E-C62F891BF481}" dt="2026-09-27T17:00:36.193" v="2467" actId="1076"/>
          <ac:cxnSpMkLst>
            <pc:docMk/>
            <pc:sldMk cId="181950962" sldId="270"/>
            <ac:cxnSpMk id="73" creationId="{1FA8DB7D-7D51-4DF2-842C-7155554D8385}"/>
          </ac:cxnSpMkLst>
        </pc:cxnChg>
      </pc:sldChg>
      <pc:sldChg chg="addSp modSp add mod chgLayout">
        <pc:chgData name="강창범" userId="6a7447b3-2e50-499e-b487-9c847021f407" providerId="ADAL" clId="{0BEDABA6-D114-43DF-9A5E-C62F891BF481}" dt="2026-09-28T08:15:14.147" v="2775" actId="1076"/>
        <pc:sldMkLst>
          <pc:docMk/>
          <pc:sldMk cId="739740758" sldId="271"/>
        </pc:sldMkLst>
        <pc:spChg chg="mod">
          <ac:chgData name="강창범" userId="6a7447b3-2e50-499e-b487-9c847021f407" providerId="ADAL" clId="{0BEDABA6-D114-43DF-9A5E-C62F891BF481}" dt="2026-09-27T15:05:22.237" v="1492" actId="20577"/>
          <ac:spMkLst>
            <pc:docMk/>
            <pc:sldMk cId="739740758" sldId="271"/>
            <ac:spMk id="3" creationId="{760732FD-0827-D7C5-FA4F-063B6F2F1DB6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9" creationId="{F3AA491A-F100-57AB-C0AA-AD3793781F0C}"/>
          </ac:spMkLst>
        </pc:spChg>
        <pc:spChg chg="mod">
          <ac:chgData name="강창범" userId="6a7447b3-2e50-499e-b487-9c847021f407" providerId="ADAL" clId="{0BEDABA6-D114-43DF-9A5E-C62F891BF481}" dt="2026-09-27T15:04:31.823" v="1434" actId="20577"/>
          <ac:spMkLst>
            <pc:docMk/>
            <pc:sldMk cId="739740758" sldId="271"/>
            <ac:spMk id="11" creationId="{12FB3BC7-963C-D4E8-0065-926B2723ACDF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12" creationId="{1812774A-365B-EDB2-9CD3-9C0619C816C8}"/>
          </ac:spMkLst>
        </pc:spChg>
        <pc:spChg chg="mod">
          <ac:chgData name="강창범" userId="6a7447b3-2e50-499e-b487-9c847021f407" providerId="ADAL" clId="{0BEDABA6-D114-43DF-9A5E-C62F891BF481}" dt="2026-09-27T15:04:36.518" v="1440" actId="20577"/>
          <ac:spMkLst>
            <pc:docMk/>
            <pc:sldMk cId="739740758" sldId="271"/>
            <ac:spMk id="13" creationId="{164546FE-5396-A028-E44F-4ED8721D6657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15" creationId="{E9DE99BC-0B10-4F11-79AF-4FCEA39BFD2B}"/>
          </ac:spMkLst>
        </pc:spChg>
        <pc:spChg chg="add mod">
          <ac:chgData name="강창범" userId="6a7447b3-2e50-499e-b487-9c847021f407" providerId="ADAL" clId="{0BEDABA6-D114-43DF-9A5E-C62F891BF481}" dt="2026-09-28T08:14:55.069" v="2771"/>
          <ac:spMkLst>
            <pc:docMk/>
            <pc:sldMk cId="739740758" sldId="271"/>
            <ac:spMk id="18" creationId="{D5876876-8B8F-40DE-29F9-9252653C8EDD}"/>
          </ac:spMkLst>
        </pc:spChg>
        <pc:spChg chg="add mod">
          <ac:chgData name="강창범" userId="6a7447b3-2e50-499e-b487-9c847021f407" providerId="ADAL" clId="{0BEDABA6-D114-43DF-9A5E-C62F891BF481}" dt="2026-09-28T08:14:55.069" v="2771"/>
          <ac:spMkLst>
            <pc:docMk/>
            <pc:sldMk cId="739740758" sldId="271"/>
            <ac:spMk id="19" creationId="{875BB19C-C435-68F7-7739-1D0C7EFC6EF0}"/>
          </ac:spMkLst>
        </pc:spChg>
        <pc:spChg chg="mod">
          <ac:chgData name="강창범" userId="6a7447b3-2e50-499e-b487-9c847021f407" providerId="ADAL" clId="{0BEDABA6-D114-43DF-9A5E-C62F891BF481}" dt="2026-09-28T08:15:06.996" v="2773"/>
          <ac:spMkLst>
            <pc:docMk/>
            <pc:sldMk cId="739740758" sldId="271"/>
            <ac:spMk id="22" creationId="{D0FC0D24-9D43-FCD8-28EF-EC0ADC15A6F6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39" creationId="{FC863B8E-B8D3-8765-6A11-F90B66B0C738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40" creationId="{EBB39C8C-6944-8163-A6DD-69C71FB7EE7F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41" creationId="{122E233A-8604-194C-2F76-4FBC57AC0B24}"/>
          </ac:spMkLst>
        </pc:spChg>
        <pc:spChg chg="mod">
          <ac:chgData name="강창범" userId="6a7447b3-2e50-499e-b487-9c847021f407" providerId="ADAL" clId="{0BEDABA6-D114-43DF-9A5E-C62F891BF481}" dt="2026-09-27T14:53:30.516" v="1189" actId="208"/>
          <ac:spMkLst>
            <pc:docMk/>
            <pc:sldMk cId="739740758" sldId="271"/>
            <ac:spMk id="42" creationId="{4C3CE720-54B5-8E06-EB9C-69AE6A289ED4}"/>
          </ac:spMkLst>
        </pc:spChg>
        <pc:spChg chg="mod">
          <ac:chgData name="강창범" userId="6a7447b3-2e50-499e-b487-9c847021f407" providerId="ADAL" clId="{0BEDABA6-D114-43DF-9A5E-C62F891BF481}" dt="2026-09-28T08:14:58.455" v="2772" actId="1076"/>
          <ac:spMkLst>
            <pc:docMk/>
            <pc:sldMk cId="739740758" sldId="271"/>
            <ac:spMk id="54" creationId="{A1D05CAF-3DBE-0E14-4AC4-8C550DB1F0D5}"/>
          </ac:spMkLst>
        </pc:spChg>
        <pc:spChg chg="mod">
          <ac:chgData name="강창범" userId="6a7447b3-2e50-499e-b487-9c847021f407" providerId="ADAL" clId="{0BEDABA6-D114-43DF-9A5E-C62F891BF481}" dt="2026-09-27T14:53:46.247" v="1192" actId="208"/>
          <ac:spMkLst>
            <pc:docMk/>
            <pc:sldMk cId="739740758" sldId="271"/>
            <ac:spMk id="59" creationId="{4278C381-7849-4968-0E99-87A80FBD1EC2}"/>
          </ac:spMkLst>
        </pc:spChg>
        <pc:grpChg chg="add mod">
          <ac:chgData name="강창범" userId="6a7447b3-2e50-499e-b487-9c847021f407" providerId="ADAL" clId="{0BEDABA6-D114-43DF-9A5E-C62F891BF481}" dt="2026-09-28T08:15:14.147" v="2775" actId="1076"/>
          <ac:grpSpMkLst>
            <pc:docMk/>
            <pc:sldMk cId="739740758" sldId="271"/>
            <ac:grpSpMk id="20" creationId="{581B18ED-A62D-1E12-9DB5-AF28FD6890D4}"/>
          </ac:grpSpMkLst>
        </pc:grpChg>
        <pc:picChg chg="mod">
          <ac:chgData name="강창범" userId="6a7447b3-2e50-499e-b487-9c847021f407" providerId="ADAL" clId="{0BEDABA6-D114-43DF-9A5E-C62F891BF481}" dt="2026-09-27T14:53:39.553" v="1190" actId="29295"/>
          <ac:picMkLst>
            <pc:docMk/>
            <pc:sldMk cId="739740758" sldId="271"/>
            <ac:picMk id="57" creationId="{9E54F27A-76D2-4F11-AFA1-327FC955FA6A}"/>
          </ac:picMkLst>
        </pc:picChg>
        <pc:cxnChg chg="add mod">
          <ac:chgData name="강창범" userId="6a7447b3-2e50-499e-b487-9c847021f407" providerId="ADAL" clId="{0BEDABA6-D114-43DF-9A5E-C62F891BF481}" dt="2026-09-28T08:14:55.069" v="2771"/>
          <ac:cxnSpMkLst>
            <pc:docMk/>
            <pc:sldMk cId="739740758" sldId="271"/>
            <ac:cxnSpMk id="6" creationId="{454FDECA-07C7-9692-8D76-E1E9861A2331}"/>
          </ac:cxnSpMkLst>
        </pc:cxnChg>
        <pc:cxnChg chg="add mod">
          <ac:chgData name="강창범" userId="6a7447b3-2e50-499e-b487-9c847021f407" providerId="ADAL" clId="{0BEDABA6-D114-43DF-9A5E-C62F891BF481}" dt="2026-09-28T08:14:55.069" v="2771"/>
          <ac:cxnSpMkLst>
            <pc:docMk/>
            <pc:sldMk cId="739740758" sldId="271"/>
            <ac:cxnSpMk id="16" creationId="{6F22707F-71AF-7105-F313-213CA1BA5CCC}"/>
          </ac:cxnSpMkLst>
        </pc:cxnChg>
        <pc:cxnChg chg="mod">
          <ac:chgData name="강창범" userId="6a7447b3-2e50-499e-b487-9c847021f407" providerId="ADAL" clId="{0BEDABA6-D114-43DF-9A5E-C62F891BF481}" dt="2026-09-28T08:15:06.996" v="2773"/>
          <ac:cxnSpMkLst>
            <pc:docMk/>
            <pc:sldMk cId="739740758" sldId="271"/>
            <ac:cxnSpMk id="21" creationId="{9C481205-7207-F6A7-E626-395F27A49C9F}"/>
          </ac:cxnSpMkLst>
        </pc:cxnChg>
      </pc:sldChg>
      <pc:sldChg chg="addSp delSp modSp add mod modClrScheme chgLayout">
        <pc:chgData name="강창범" userId="6a7447b3-2e50-499e-b487-9c847021f407" providerId="ADAL" clId="{0BEDABA6-D114-43DF-9A5E-C62F891BF481}" dt="2026-09-27T17:15:05.946" v="2590" actId="478"/>
        <pc:sldMkLst>
          <pc:docMk/>
          <pc:sldMk cId="1223539350" sldId="273"/>
        </pc:sldMkLst>
        <pc:spChg chg="add mod">
          <ac:chgData name="강창범" userId="6a7447b3-2e50-499e-b487-9c847021f407" providerId="ADAL" clId="{0BEDABA6-D114-43DF-9A5E-C62F891BF481}" dt="2026-09-27T16:56:17.280" v="2174" actId="120"/>
          <ac:spMkLst>
            <pc:docMk/>
            <pc:sldMk cId="1223539350" sldId="273"/>
            <ac:spMk id="2" creationId="{E6D37EEB-1A1C-B78C-1300-59C6D1D26C18}"/>
          </ac:spMkLst>
        </pc:spChg>
        <pc:spChg chg="mod">
          <ac:chgData name="강창범" userId="6a7447b3-2e50-499e-b487-9c847021f407" providerId="ADAL" clId="{0BEDABA6-D114-43DF-9A5E-C62F891BF481}" dt="2026-09-27T17:15:04.258" v="2588" actId="20577"/>
          <ac:spMkLst>
            <pc:docMk/>
            <pc:sldMk cId="1223539350" sldId="273"/>
            <ac:spMk id="3" creationId="{07DC7C83-3F86-4A6C-2FE6-C774D0B47814}"/>
          </ac:spMkLst>
        </pc:spChg>
        <pc:spChg chg="add mod">
          <ac:chgData name="강창범" userId="6a7447b3-2e50-499e-b487-9c847021f407" providerId="ADAL" clId="{0BEDABA6-D114-43DF-9A5E-C62F891BF481}" dt="2026-09-27T16:56:31.546" v="2176" actId="207"/>
          <ac:spMkLst>
            <pc:docMk/>
            <pc:sldMk cId="1223539350" sldId="273"/>
            <ac:spMk id="5" creationId="{4EAE4E7B-39F1-5C29-30AC-6DD4F0AA6D85}"/>
          </ac:spMkLst>
        </pc:spChg>
        <pc:spChg chg="mod">
          <ac:chgData name="강창범" userId="6a7447b3-2e50-499e-b487-9c847021f407" providerId="ADAL" clId="{0BEDABA6-D114-43DF-9A5E-C62F891BF481}" dt="2026-09-27T17:14:39.767" v="2550" actId="1076"/>
          <ac:spMkLst>
            <pc:docMk/>
            <pc:sldMk cId="1223539350" sldId="273"/>
            <ac:spMk id="23" creationId="{B81E2417-011C-7D54-0636-FFFE515626E4}"/>
          </ac:spMkLst>
        </pc:spChg>
        <pc:spChg chg="mod">
          <ac:chgData name="강창범" userId="6a7447b3-2e50-499e-b487-9c847021f407" providerId="ADAL" clId="{0BEDABA6-D114-43DF-9A5E-C62F891BF481}" dt="2026-09-27T17:14:39.767" v="2550" actId="1076"/>
          <ac:spMkLst>
            <pc:docMk/>
            <pc:sldMk cId="1223539350" sldId="273"/>
            <ac:spMk id="24" creationId="{4C2E96E4-8D71-ED6B-621D-A0CF3F303D08}"/>
          </ac:spMkLst>
        </pc:spChg>
        <pc:grpChg chg="add mod">
          <ac:chgData name="강창범" userId="6a7447b3-2e50-499e-b487-9c847021f407" providerId="ADAL" clId="{0BEDABA6-D114-43DF-9A5E-C62F891BF481}" dt="2026-09-27T16:59:25.815" v="2458" actId="164"/>
          <ac:grpSpMkLst>
            <pc:docMk/>
            <pc:sldMk cId="1223539350" sldId="273"/>
            <ac:grpSpMk id="6" creationId="{A58EDF7C-2D57-85A1-BAA9-4308BC29CB78}"/>
          </ac:grpSpMkLst>
        </pc:grpChg>
        <pc:grpChg chg="add mod">
          <ac:chgData name="강창범" userId="6a7447b3-2e50-499e-b487-9c847021f407" providerId="ADAL" clId="{0BEDABA6-D114-43DF-9A5E-C62F891BF481}" dt="2026-09-27T16:59:25.815" v="2458" actId="164"/>
          <ac:grpSpMkLst>
            <pc:docMk/>
            <pc:sldMk cId="1223539350" sldId="273"/>
            <ac:grpSpMk id="22" creationId="{9762BF0C-F2ED-C4E9-DCFE-0F01C084E1A9}"/>
          </ac:grpSpMkLst>
        </pc:grpChg>
        <pc:grpChg chg="add del mod">
          <ac:chgData name="강창범" userId="6a7447b3-2e50-499e-b487-9c847021f407" providerId="ADAL" clId="{0BEDABA6-D114-43DF-9A5E-C62F891BF481}" dt="2026-09-27T17:14:48.539" v="2552" actId="1076"/>
          <ac:grpSpMkLst>
            <pc:docMk/>
            <pc:sldMk cId="1223539350" sldId="273"/>
            <ac:grpSpMk id="28" creationId="{49509880-4217-AD64-B6A6-A4C322B2205D}"/>
          </ac:grpSpMkLst>
        </pc:grpChg>
      </pc:sldChg>
      <pc:sldChg chg="add del setBg">
        <pc:chgData name="강창범" userId="6a7447b3-2e50-499e-b487-9c847021f407" providerId="ADAL" clId="{0BEDABA6-D114-43DF-9A5E-C62F891BF481}" dt="2026-09-28T07:59:14.394" v="2687"/>
        <pc:sldMkLst>
          <pc:docMk/>
          <pc:sldMk cId="0" sldId="274"/>
        </pc:sldMkLst>
      </pc:sldChg>
      <pc:sldChg chg="addSp delSp modSp add mod modClrScheme chgLayout">
        <pc:chgData name="강창범" userId="6a7447b3-2e50-499e-b487-9c847021f407" providerId="ADAL" clId="{0BEDABA6-D114-43DF-9A5E-C62F891BF481}" dt="2026-09-28T08:09:55.128" v="2716" actId="164"/>
        <pc:sldMkLst>
          <pc:docMk/>
          <pc:sldMk cId="2988793850" sldId="274"/>
        </pc:sldMkLst>
        <pc:spChg chg="del">
          <ac:chgData name="강창범" userId="6a7447b3-2e50-499e-b487-9c847021f407" providerId="ADAL" clId="{0BEDABA6-D114-43DF-9A5E-C62F891BF481}" dt="2026-09-28T08:07:48.062" v="2692" actId="478"/>
          <ac:spMkLst>
            <pc:docMk/>
            <pc:sldMk cId="2988793850" sldId="274"/>
            <ac:spMk id="8" creationId="{915E08F4-DC1F-CCEF-D42D-C56A05464F94}"/>
          </ac:spMkLst>
        </pc:spChg>
        <pc:grpChg chg="add mod">
          <ac:chgData name="강창범" userId="6a7447b3-2e50-499e-b487-9c847021f407" providerId="ADAL" clId="{0BEDABA6-D114-43DF-9A5E-C62F891BF481}" dt="2026-09-28T08:09:55.128" v="2716" actId="164"/>
          <ac:grpSpMkLst>
            <pc:docMk/>
            <pc:sldMk cId="2988793850" sldId="274"/>
            <ac:grpSpMk id="13" creationId="{BAF86D89-F22C-816B-6D2D-A7642543E26C}"/>
          </ac:grpSpMkLst>
        </pc:grpChg>
        <pc:picChg chg="mod">
          <ac:chgData name="강창범" userId="6a7447b3-2e50-499e-b487-9c847021f407" providerId="ADAL" clId="{0BEDABA6-D114-43DF-9A5E-C62F891BF481}" dt="2026-09-28T08:09:55.128" v="2716" actId="164"/>
          <ac:picMkLst>
            <pc:docMk/>
            <pc:sldMk cId="2988793850" sldId="274"/>
            <ac:picMk id="5" creationId="{7602F7EB-E3C9-602F-4777-D7DE1EC8521A}"/>
          </ac:picMkLst>
        </pc:picChg>
        <pc:cxnChg chg="add mod">
          <ac:chgData name="강창범" userId="6a7447b3-2e50-499e-b487-9c847021f407" providerId="ADAL" clId="{0BEDABA6-D114-43DF-9A5E-C62F891BF481}" dt="2026-09-28T08:09:55.128" v="2716" actId="164"/>
          <ac:cxnSpMkLst>
            <pc:docMk/>
            <pc:sldMk cId="2988793850" sldId="274"/>
            <ac:cxnSpMk id="11" creationId="{B960A2F8-BFEE-3604-8814-A4CEB8CAFCFF}"/>
          </ac:cxnSpMkLst>
        </pc:cxnChg>
      </pc:sldChg>
      <pc:sldChg chg="add del setBg">
        <pc:chgData name="강창범" userId="6a7447b3-2e50-499e-b487-9c847021f407" providerId="ADAL" clId="{0BEDABA6-D114-43DF-9A5E-C62F891BF481}" dt="2026-09-28T07:59:10.670" v="2684"/>
        <pc:sldMkLst>
          <pc:docMk/>
          <pc:sldMk cId="0" sldId="275"/>
        </pc:sldMkLst>
      </pc:sldChg>
      <pc:sldChg chg="new del">
        <pc:chgData name="강창범" userId="6a7447b3-2e50-499e-b487-9c847021f407" providerId="ADAL" clId="{0BEDABA6-D114-43DF-9A5E-C62F891BF481}" dt="2026-09-28T07:59:36.126" v="2690" actId="680"/>
        <pc:sldMkLst>
          <pc:docMk/>
          <pc:sldMk cId="4187733005" sldId="275"/>
        </pc:sldMkLst>
      </pc:sldChg>
      <pc:sldChg chg="add del setBg">
        <pc:chgData name="강창범" userId="6a7447b3-2e50-499e-b487-9c847021f407" providerId="ADAL" clId="{0BEDABA6-D114-43DF-9A5E-C62F891BF481}" dt="2026-09-28T07:59:10.670" v="2684"/>
        <pc:sldMkLst>
          <pc:docMk/>
          <pc:sldMk cId="0" sldId="276"/>
        </pc:sldMkLst>
      </pc:sldChg>
      <pc:sldChg chg="add del setBg">
        <pc:chgData name="강창범" userId="6a7447b3-2e50-499e-b487-9c847021f407" providerId="ADAL" clId="{0BEDABA6-D114-43DF-9A5E-C62F891BF481}" dt="2026-09-28T07:59:10.670" v="2684"/>
        <pc:sldMkLst>
          <pc:docMk/>
          <pc:sldMk cId="0" sldId="277"/>
        </pc:sldMkLst>
      </pc:sldChg>
      <pc:sldChg chg="add del setBg">
        <pc:chgData name="강창범" userId="6a7447b3-2e50-499e-b487-9c847021f407" providerId="ADAL" clId="{0BEDABA6-D114-43DF-9A5E-C62F891BF481}" dt="2026-09-28T07:59:10.670" v="2684"/>
        <pc:sldMkLst>
          <pc:docMk/>
          <pc:sldMk cId="0" sldId="278"/>
        </pc:sldMkLst>
      </pc:sldChg>
      <pc:sldChg chg="add del setBg">
        <pc:chgData name="강창범" userId="6a7447b3-2e50-499e-b487-9c847021f407" providerId="ADAL" clId="{0BEDABA6-D114-43DF-9A5E-C62F891BF481}" dt="2026-09-28T07:59:10.670" v="2684"/>
        <pc:sldMkLst>
          <pc:docMk/>
          <pc:sldMk cId="0" sldId="279"/>
        </pc:sldMkLst>
      </pc:sldChg>
      <pc:sldChg chg="add del setBg">
        <pc:chgData name="강창범" userId="6a7447b3-2e50-499e-b487-9c847021f407" providerId="ADAL" clId="{0BEDABA6-D114-43DF-9A5E-C62F891BF481}" dt="2026-09-28T07:59:10.670" v="2684"/>
        <pc:sldMkLst>
          <pc:docMk/>
          <pc:sldMk cId="0" sldId="280"/>
        </pc:sldMkLst>
      </pc:sldChg>
      <pc:sldMasterChg chg="addSp delSp modSp new mod addSldLayout modSldLayout sldLayoutOrd">
        <pc:chgData name="강창범" userId="6a7447b3-2e50-499e-b487-9c847021f407" providerId="ADAL" clId="{0BEDABA6-D114-43DF-9A5E-C62F891BF481}" dt="2026-09-27T17:13:51.991" v="2544"/>
        <pc:sldMasterMkLst>
          <pc:docMk/>
          <pc:sldMasterMk cId="2254921172" sldId="2147483650"/>
        </pc:sldMasterMkLst>
        <pc:spChg chg="mod">
          <ac:chgData name="강창범" userId="6a7447b3-2e50-499e-b487-9c847021f407" providerId="ADAL" clId="{0BEDABA6-D114-43DF-9A5E-C62F891BF481}" dt="2026-09-27T08:31:54.480" v="87" actId="14100"/>
          <ac:spMkLst>
            <pc:docMk/>
            <pc:sldMasterMk cId="2254921172" sldId="2147483650"/>
            <ac:spMk id="2" creationId="{8C93A145-197D-ED1C-9E1D-45ACED43DAA4}"/>
          </ac:spMkLst>
        </pc:spChg>
        <pc:spChg chg="mod">
          <ac:chgData name="강창범" userId="6a7447b3-2e50-499e-b487-9c847021f407" providerId="ADAL" clId="{0BEDABA6-D114-43DF-9A5E-C62F891BF481}" dt="2026-09-27T17:04:54.471" v="2506" actId="20577"/>
          <ac:spMkLst>
            <pc:docMk/>
            <pc:sldMasterMk cId="2254921172" sldId="2147483650"/>
            <ac:spMk id="6" creationId="{F161354C-F883-C32F-FBF6-899D72B0D8BB}"/>
          </ac:spMkLst>
        </pc:spChg>
        <pc:sldLayoutChg chg="addSp delSp modSp new mod ord replId">
          <pc:chgData name="강창범" userId="6a7447b3-2e50-499e-b487-9c847021f407" providerId="ADAL" clId="{0BEDABA6-D114-43DF-9A5E-C62F891BF481}" dt="2026-09-27T12:12:55.596" v="920" actId="20578"/>
          <pc:sldLayoutMkLst>
            <pc:docMk/>
            <pc:sldMasterMk cId="2254921172" sldId="2147483650"/>
            <pc:sldLayoutMk cId="591699578" sldId="2147483651"/>
          </pc:sldLayoutMkLst>
        </pc:sldLayoutChg>
        <pc:sldLayoutChg chg="addSp delSp modSp new mod replId">
          <pc:chgData name="강창범" userId="6a7447b3-2e50-499e-b487-9c847021f407" providerId="ADAL" clId="{0BEDABA6-D114-43DF-9A5E-C62F891BF481}" dt="2026-09-27T17:09:18.476" v="2523"/>
          <pc:sldLayoutMkLst>
            <pc:docMk/>
            <pc:sldMasterMk cId="2254921172" sldId="2147483650"/>
            <pc:sldLayoutMk cId="3510818883" sldId="2147483652"/>
          </pc:sldLayoutMkLst>
          <pc:spChg chg="add">
            <ac:chgData name="강창범" userId="6a7447b3-2e50-499e-b487-9c847021f407" providerId="ADAL" clId="{0BEDABA6-D114-43DF-9A5E-C62F891BF481}" dt="2026-09-27T08:41:04.712" v="146" actId="22"/>
            <ac:spMkLst>
              <pc:docMk/>
              <pc:sldMasterMk cId="2254921172" sldId="2147483650"/>
              <pc:sldLayoutMk cId="3510818883" sldId="2147483652"/>
              <ac:spMk id="8" creationId="{64D347A3-49C3-E9D3-5E99-352D3EAF0B2C}"/>
            </ac:spMkLst>
          </pc:spChg>
        </pc:sldLayoutChg>
        <pc:sldLayoutChg chg="addSp delSp modSp mod">
          <pc:chgData name="강창범" userId="6a7447b3-2e50-499e-b487-9c847021f407" providerId="ADAL" clId="{0BEDABA6-D114-43DF-9A5E-C62F891BF481}" dt="2026-09-27T17:03:54.572" v="2502" actId="1076"/>
          <pc:sldLayoutMkLst>
            <pc:docMk/>
            <pc:sldMasterMk cId="2254921172" sldId="2147483650"/>
            <pc:sldLayoutMk cId="2805452252" sldId="2147483662"/>
          </pc:sldLayoutMkLst>
          <pc:spChg chg="add">
            <ac:chgData name="강창범" userId="6a7447b3-2e50-499e-b487-9c847021f407" providerId="ADAL" clId="{0BEDABA6-D114-43DF-9A5E-C62F891BF481}" dt="2026-09-27T17:03:20.513" v="2497" actId="22"/>
            <ac:spMkLst>
              <pc:docMk/>
              <pc:sldMasterMk cId="2254921172" sldId="2147483650"/>
              <pc:sldLayoutMk cId="2805452252" sldId="2147483662"/>
              <ac:spMk id="3" creationId="{A8CC8826-B3BA-DEE3-E1A6-493316B5167D}"/>
            </ac:spMkLst>
          </pc:spChg>
          <pc:spChg chg="add mod">
            <ac:chgData name="강창범" userId="6a7447b3-2e50-499e-b487-9c847021f407" providerId="ADAL" clId="{0BEDABA6-D114-43DF-9A5E-C62F891BF481}" dt="2026-09-27T17:03:54.572" v="2502" actId="1076"/>
            <ac:spMkLst>
              <pc:docMk/>
              <pc:sldMasterMk cId="2254921172" sldId="2147483650"/>
              <pc:sldLayoutMk cId="2805452252" sldId="2147483662"/>
              <ac:spMk id="4" creationId="{0587E97C-4F8B-A7B0-8127-E31EDE5560D7}"/>
            </ac:spMkLst>
          </pc:spChg>
        </pc:sldLayoutChg>
        <pc:sldLayoutChg chg="addSp delSp modSp mod ord">
          <pc:chgData name="강창범" userId="6a7447b3-2e50-499e-b487-9c847021f407" providerId="ADAL" clId="{0BEDABA6-D114-43DF-9A5E-C62F891BF481}" dt="2026-09-27T17:13:51.991" v="2544"/>
          <pc:sldLayoutMkLst>
            <pc:docMk/>
            <pc:sldMasterMk cId="2254921172" sldId="2147483650"/>
            <pc:sldLayoutMk cId="2553348198" sldId="2147483663"/>
          </pc:sldLayoutMkLst>
          <pc:spChg chg="add mod">
            <ac:chgData name="강창범" userId="6a7447b3-2e50-499e-b487-9c847021f407" providerId="ADAL" clId="{0BEDABA6-D114-43DF-9A5E-C62F891BF481}" dt="2026-09-27T17:13:51.991" v="2544"/>
            <ac:spMkLst>
              <pc:docMk/>
              <pc:sldMasterMk cId="2254921172" sldId="2147483650"/>
              <pc:sldLayoutMk cId="2553348198" sldId="2147483663"/>
              <ac:spMk id="2" creationId="{FDFCBA23-29BE-567E-519E-57CD57C2602F}"/>
            </ac:spMkLst>
          </pc:spChg>
          <pc:spChg chg="add mod">
            <ac:chgData name="강창범" userId="6a7447b3-2e50-499e-b487-9c847021f407" providerId="ADAL" clId="{0BEDABA6-D114-43DF-9A5E-C62F891BF481}" dt="2026-09-27T08:52:19.451" v="217" actId="20577"/>
            <ac:spMkLst>
              <pc:docMk/>
              <pc:sldMasterMk cId="2254921172" sldId="2147483650"/>
              <pc:sldLayoutMk cId="2553348198" sldId="2147483663"/>
              <ac:spMk id="6" creationId="{A3DD5AFE-5F06-F905-2C51-93FE61DFEBFA}"/>
            </ac:spMkLst>
          </pc:spChg>
          <pc:spChg chg="add mod">
            <ac:chgData name="강창범" userId="6a7447b3-2e50-499e-b487-9c847021f407" providerId="ADAL" clId="{0BEDABA6-D114-43DF-9A5E-C62F891BF481}" dt="2026-09-27T08:51:57.816" v="209"/>
            <ac:spMkLst>
              <pc:docMk/>
              <pc:sldMasterMk cId="2254921172" sldId="2147483650"/>
              <pc:sldLayoutMk cId="2553348198" sldId="2147483663"/>
              <ac:spMk id="7" creationId="{9B68C7AB-D18A-7540-492D-FE1F3BA3C357}"/>
            </ac:spMkLst>
          </pc:spChg>
        </pc:sldLayoutChg>
        <pc:sldLayoutChg chg="delSp modSp mod">
          <pc:chgData name="강창범" userId="6a7447b3-2e50-499e-b487-9c847021f407" providerId="ADAL" clId="{0BEDABA6-D114-43DF-9A5E-C62F891BF481}" dt="2026-09-27T17:05:34.084" v="2508" actId="478"/>
          <pc:sldLayoutMkLst>
            <pc:docMk/>
            <pc:sldMasterMk cId="2254921172" sldId="2147483650"/>
            <pc:sldLayoutMk cId="9081033" sldId="2147483664"/>
          </pc:sldLayoutMkLst>
          <pc:spChg chg="mod">
            <ac:chgData name="강창범" userId="6a7447b3-2e50-499e-b487-9c847021f407" providerId="ADAL" clId="{0BEDABA6-D114-43DF-9A5E-C62F891BF481}" dt="2026-09-27T08:52:09.714" v="211" actId="20577"/>
            <ac:spMkLst>
              <pc:docMk/>
              <pc:sldMasterMk cId="2254921172" sldId="2147483650"/>
              <pc:sldLayoutMk cId="9081033" sldId="2147483664"/>
              <ac:spMk id="10" creationId="{A7E0CBDB-C2F2-71A2-BE51-1E9D9FE51CB4}"/>
            </ac:spMkLst>
          </pc:spChg>
          <pc:spChg chg="mod">
            <ac:chgData name="강창범" userId="6a7447b3-2e50-499e-b487-9c847021f407" providerId="ADAL" clId="{0BEDABA6-D114-43DF-9A5E-C62F891BF481}" dt="2026-09-27T08:52:11.307" v="212" actId="20577"/>
            <ac:spMkLst>
              <pc:docMk/>
              <pc:sldMasterMk cId="2254921172" sldId="2147483650"/>
              <pc:sldLayoutMk cId="9081033" sldId="2147483664"/>
              <ac:spMk id="15" creationId="{0E319433-C3FD-E63C-3D80-F358CF80A7F2}"/>
            </ac:spMkLst>
          </pc:spChg>
          <pc:spChg chg="mod">
            <ac:chgData name="강창범" userId="6a7447b3-2e50-499e-b487-9c847021f407" providerId="ADAL" clId="{0BEDABA6-D114-43DF-9A5E-C62F891BF481}" dt="2026-09-27T08:52:12.611" v="213" actId="20577"/>
            <ac:spMkLst>
              <pc:docMk/>
              <pc:sldMasterMk cId="2254921172" sldId="2147483650"/>
              <pc:sldLayoutMk cId="9081033" sldId="2147483664"/>
              <ac:spMk id="21" creationId="{D8854FE1-D37C-2C65-AAA5-AC6A5EC06A7E}"/>
            </ac:spMkLst>
          </pc:spChg>
          <pc:spChg chg="mod">
            <ac:chgData name="강창범" userId="6a7447b3-2e50-499e-b487-9c847021f407" providerId="ADAL" clId="{0BEDABA6-D114-43DF-9A5E-C62F891BF481}" dt="2026-09-27T08:52:13.574" v="214" actId="20577"/>
            <ac:spMkLst>
              <pc:docMk/>
              <pc:sldMasterMk cId="2254921172" sldId="2147483650"/>
              <pc:sldLayoutMk cId="9081033" sldId="2147483664"/>
              <ac:spMk id="26" creationId="{CFA4B280-18D8-2C7C-D26D-7FBC6369CA4C}"/>
            </ac:spMkLst>
          </pc:spChg>
        </pc:sldLayoutChg>
        <pc:sldLayoutChg chg="addSp delSp modSp mod ord">
          <pc:chgData name="강창범" userId="6a7447b3-2e50-499e-b487-9c847021f407" providerId="ADAL" clId="{0BEDABA6-D114-43DF-9A5E-C62F891BF481}" dt="2026-09-27T17:13:21.543" v="2543" actId="14100"/>
          <pc:sldLayoutMkLst>
            <pc:docMk/>
            <pc:sldMasterMk cId="2254921172" sldId="2147483650"/>
            <pc:sldLayoutMk cId="790138380" sldId="2147483665"/>
          </pc:sldLayoutMkLst>
          <pc:spChg chg="add mod">
            <ac:chgData name="강창범" userId="6a7447b3-2e50-499e-b487-9c847021f407" providerId="ADAL" clId="{0BEDABA6-D114-43DF-9A5E-C62F891BF481}" dt="2026-09-27T17:13:21.543" v="2543" actId="14100"/>
            <ac:spMkLst>
              <pc:docMk/>
              <pc:sldMasterMk cId="2254921172" sldId="2147483650"/>
              <pc:sldLayoutMk cId="790138380" sldId="2147483665"/>
              <ac:spMk id="4" creationId="{0BF5956E-A7F9-F5DF-3467-7353E63FE801}"/>
            </ac:spMkLst>
          </pc:spChg>
          <pc:spChg chg="add">
            <ac:chgData name="강창범" userId="6a7447b3-2e50-499e-b487-9c847021f407" providerId="ADAL" clId="{0BEDABA6-D114-43DF-9A5E-C62F891BF481}" dt="2026-09-27T17:09:49.623" v="2526" actId="22"/>
            <ac:spMkLst>
              <pc:docMk/>
              <pc:sldMasterMk cId="2254921172" sldId="2147483650"/>
              <pc:sldLayoutMk cId="790138380" sldId="2147483665"/>
              <ac:spMk id="5" creationId="{C3B46C75-53DC-DDA1-067D-496E7986918C}"/>
            </ac:spMkLst>
          </pc:spChg>
        </pc:sldLayoutChg>
        <pc:sldLayoutChg chg="addSp delSp modSp mod ord">
          <pc:chgData name="강창범" userId="6a7447b3-2e50-499e-b487-9c847021f407" providerId="ADAL" clId="{0BEDABA6-D114-43DF-9A5E-C62F891BF481}" dt="2026-09-27T17:11:02.499" v="2537" actId="20578"/>
          <pc:sldLayoutMkLst>
            <pc:docMk/>
            <pc:sldMasterMk cId="2254921172" sldId="2147483650"/>
            <pc:sldLayoutMk cId="1522970037" sldId="2147483666"/>
          </pc:sldLayoutMkLst>
          <pc:spChg chg="add 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4" creationId="{12656152-761E-AA35-B132-6BADA2CB64F6}"/>
            </ac:spMkLst>
          </pc:spChg>
          <pc:spChg chg="add 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5" creationId="{64F6F964-49D7-A9EE-3249-9FCA1A0DCE6E}"/>
            </ac:spMkLst>
          </pc:spChg>
          <pc:spChg chg="add 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6" creationId="{5A70B1BD-3D1A-62F5-2761-9E343C26CC47}"/>
            </ac:spMkLst>
          </pc:spChg>
          <pc:spChg chg="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8" creationId="{BA0657EA-D379-E237-FC2E-645BCFC51C58}"/>
            </ac:spMkLst>
          </pc:spChg>
          <pc:spChg chg="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13" creationId="{9A297216-6A47-92B0-8569-FCBF021C6568}"/>
            </ac:spMkLst>
          </pc:spChg>
          <pc:spChg chg="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18" creationId="{93CF068F-E231-788B-98C2-546FD1502E33}"/>
            </ac:spMkLst>
          </pc:spChg>
          <pc:spChg chg="mod">
            <ac:chgData name="강창범" userId="6a7447b3-2e50-499e-b487-9c847021f407" providerId="ADAL" clId="{0BEDABA6-D114-43DF-9A5E-C62F891BF481}" dt="2026-09-27T17:10:58.614" v="2536"/>
            <ac:spMkLst>
              <pc:docMk/>
              <pc:sldMasterMk cId="2254921172" sldId="2147483650"/>
              <pc:sldLayoutMk cId="1522970037" sldId="2147483666"/>
              <ac:spMk id="23" creationId="{65E9FD2D-81F3-B8C4-AD6F-CF8A2CE5FBBD}"/>
            </ac:spMkLst>
          </pc:spChg>
          <pc:grpChg chg="mod">
            <ac:chgData name="강창범" userId="6a7447b3-2e50-499e-b487-9c847021f407" providerId="ADAL" clId="{0BEDABA6-D114-43DF-9A5E-C62F891BF481}" dt="2026-09-27T17:10:58.614" v="2536"/>
            <ac:grpSpMkLst>
              <pc:docMk/>
              <pc:sldMasterMk cId="2254921172" sldId="2147483650"/>
              <pc:sldLayoutMk cId="1522970037" sldId="2147483666"/>
              <ac:grpSpMk id="9" creationId="{E92C9D52-C39C-C361-66B6-6E1B5C07A8D2}"/>
            </ac:grpSpMkLst>
          </pc:grpChg>
          <pc:grpChg chg="mod">
            <ac:chgData name="강창범" userId="6a7447b3-2e50-499e-b487-9c847021f407" providerId="ADAL" clId="{0BEDABA6-D114-43DF-9A5E-C62F891BF481}" dt="2026-09-27T17:10:58.614" v="2536"/>
            <ac:grpSpMkLst>
              <pc:docMk/>
              <pc:sldMasterMk cId="2254921172" sldId="2147483650"/>
              <pc:sldLayoutMk cId="1522970037" sldId="2147483666"/>
              <ac:grpSpMk id="19" creationId="{6529A41D-EDCC-93D4-7B9D-D159FE5C05EC}"/>
            </ac:grpSpMkLst>
          </pc:grpChg>
          <pc:grpChg chg="add mod">
            <ac:chgData name="강창범" userId="6a7447b3-2e50-499e-b487-9c847021f407" providerId="ADAL" clId="{0BEDABA6-D114-43DF-9A5E-C62F891BF481}" dt="2026-09-27T17:10:58.614" v="2536"/>
            <ac:grpSpMkLst>
              <pc:docMk/>
              <pc:sldMasterMk cId="2254921172" sldId="2147483650"/>
              <pc:sldLayoutMk cId="1522970037" sldId="2147483666"/>
              <ac:grpSpMk id="22" creationId="{6FCA32A5-EDDD-CA8B-B5DC-ED2F0705279B}"/>
            </ac:grpSpMkLst>
          </pc:grpChg>
        </pc:sldLayoutChg>
      </pc:sldMasterChg>
    </pc:docChg>
  </pc:docChgLst>
  <pc:docChgLst>
    <pc:chgData name="강창범" userId="6a7447b3-2e50-499e-b487-9c847021f407" providerId="ADAL" clId="{0F6DE7C8-21E1-4685-BBC5-313C75EB2FBA}"/>
    <pc:docChg chg="undo custSel addSld delSld modSld">
      <pc:chgData name="강창범" userId="6a7447b3-2e50-499e-b487-9c847021f407" providerId="ADAL" clId="{0F6DE7C8-21E1-4685-BBC5-313C75EB2FBA}" dt="2026-09-29T00:40:46.565" v="1846" actId="1036"/>
      <pc:docMkLst>
        <pc:docMk/>
      </pc:docMkLst>
      <pc:sldChg chg="modSp mod">
        <pc:chgData name="강창범" userId="6a7447b3-2e50-499e-b487-9c847021f407" providerId="ADAL" clId="{0F6DE7C8-21E1-4685-BBC5-313C75EB2FBA}" dt="2026-09-28T14:50:05.265" v="3" actId="20577"/>
        <pc:sldMkLst>
          <pc:docMk/>
          <pc:sldMk cId="992665027" sldId="261"/>
        </pc:sldMkLst>
        <pc:spChg chg="mod">
          <ac:chgData name="강창범" userId="6a7447b3-2e50-499e-b487-9c847021f407" providerId="ADAL" clId="{0F6DE7C8-21E1-4685-BBC5-313C75EB2FBA}" dt="2026-09-28T14:50:05.265" v="3" actId="20577"/>
          <ac:spMkLst>
            <pc:docMk/>
            <pc:sldMk cId="992665027" sldId="261"/>
            <ac:spMk id="13" creationId="{3E016348-3AA4-B3F1-33AE-E2D2C947681D}"/>
          </ac:spMkLst>
        </pc:spChg>
      </pc:sldChg>
      <pc:sldChg chg="modSp mod">
        <pc:chgData name="강창범" userId="6a7447b3-2e50-499e-b487-9c847021f407" providerId="ADAL" clId="{0F6DE7C8-21E1-4685-BBC5-313C75EB2FBA}" dt="2026-09-28T17:24:44.252" v="1581" actId="20577"/>
        <pc:sldMkLst>
          <pc:docMk/>
          <pc:sldMk cId="218724745" sldId="263"/>
        </pc:sldMkLst>
        <pc:spChg chg="mod">
          <ac:chgData name="강창범" userId="6a7447b3-2e50-499e-b487-9c847021f407" providerId="ADAL" clId="{0F6DE7C8-21E1-4685-BBC5-313C75EB2FBA}" dt="2026-09-28T17:24:44.252" v="1581" actId="20577"/>
          <ac:spMkLst>
            <pc:docMk/>
            <pc:sldMk cId="218724745" sldId="263"/>
            <ac:spMk id="3" creationId="{AC56DA06-2183-A463-56D8-674B452947BB}"/>
          </ac:spMkLst>
        </pc:spChg>
      </pc:sldChg>
      <pc:sldChg chg="modSp mod">
        <pc:chgData name="강창범" userId="6a7447b3-2e50-499e-b487-9c847021f407" providerId="ADAL" clId="{0F6DE7C8-21E1-4685-BBC5-313C75EB2FBA}" dt="2026-09-28T17:25:26.177" v="1628" actId="20577"/>
        <pc:sldMkLst>
          <pc:docMk/>
          <pc:sldMk cId="299576778" sldId="265"/>
        </pc:sldMkLst>
        <pc:spChg chg="mod">
          <ac:chgData name="강창범" userId="6a7447b3-2e50-499e-b487-9c847021f407" providerId="ADAL" clId="{0F6DE7C8-21E1-4685-BBC5-313C75EB2FBA}" dt="2026-09-28T17:25:26.177" v="1628" actId="20577"/>
          <ac:spMkLst>
            <pc:docMk/>
            <pc:sldMk cId="299576778" sldId="265"/>
            <ac:spMk id="3" creationId="{430E7943-5FBE-BABA-CB3B-97BDC7EC50DC}"/>
          </ac:spMkLst>
        </pc:spChg>
      </pc:sldChg>
      <pc:sldChg chg="addSp delSp modSp mod">
        <pc:chgData name="강창범" userId="6a7447b3-2e50-499e-b487-9c847021f407" providerId="ADAL" clId="{0F6DE7C8-21E1-4685-BBC5-313C75EB2FBA}" dt="2026-09-29T00:40:46.565" v="1846" actId="1036"/>
        <pc:sldMkLst>
          <pc:docMk/>
          <pc:sldMk cId="4134647261" sldId="267"/>
        </pc:sldMkLst>
        <pc:spChg chg="mod">
          <ac:chgData name="강창범" userId="6a7447b3-2e50-499e-b487-9c847021f407" providerId="ADAL" clId="{0F6DE7C8-21E1-4685-BBC5-313C75EB2FBA}" dt="2026-09-28T17:25:34.033" v="1629"/>
          <ac:spMkLst>
            <pc:docMk/>
            <pc:sldMk cId="4134647261" sldId="267"/>
            <ac:spMk id="3" creationId="{28616780-4EED-1C92-607A-E472B5F78848}"/>
          </ac:spMkLst>
        </pc:spChg>
        <pc:spChg chg="mod">
          <ac:chgData name="강창범" userId="6a7447b3-2e50-499e-b487-9c847021f407" providerId="ADAL" clId="{0F6DE7C8-21E1-4685-BBC5-313C75EB2FBA}" dt="2026-09-29T00:38:51.135" v="1801" actId="1076"/>
          <ac:spMkLst>
            <pc:docMk/>
            <pc:sldMk cId="4134647261" sldId="267"/>
            <ac:spMk id="4" creationId="{B2A546A8-6D59-91CC-FF21-8A6C2A756B7D}"/>
          </ac:spMkLst>
        </pc:spChg>
        <pc:spChg chg="mod">
          <ac:chgData name="강창범" userId="6a7447b3-2e50-499e-b487-9c847021f407" providerId="ADAL" clId="{0F6DE7C8-21E1-4685-BBC5-313C75EB2FBA}" dt="2026-09-29T00:38:55.314" v="1802" actId="164"/>
          <ac:spMkLst>
            <pc:docMk/>
            <pc:sldMk cId="4134647261" sldId="267"/>
            <ac:spMk id="8" creationId="{4A167CAD-48B8-5128-4A5D-4C9AD0E98B88}"/>
          </ac:spMkLst>
        </pc:spChg>
        <pc:spChg chg="mod">
          <ac:chgData name="강창범" userId="6a7447b3-2e50-499e-b487-9c847021f407" providerId="ADAL" clId="{0F6DE7C8-21E1-4685-BBC5-313C75EB2FBA}" dt="2026-09-29T00:39:16.593" v="1815" actId="164"/>
          <ac:spMkLst>
            <pc:docMk/>
            <pc:sldMk cId="4134647261" sldId="267"/>
            <ac:spMk id="9" creationId="{B96124A1-889D-F564-4578-89F069D87432}"/>
          </ac:spMkLst>
        </pc:spChg>
        <pc:spChg chg="mod">
          <ac:chgData name="강창범" userId="6a7447b3-2e50-499e-b487-9c847021f407" providerId="ADAL" clId="{0F6DE7C8-21E1-4685-BBC5-313C75EB2FBA}" dt="2026-09-29T00:38:55.314" v="1802" actId="164"/>
          <ac:spMkLst>
            <pc:docMk/>
            <pc:sldMk cId="4134647261" sldId="267"/>
            <ac:spMk id="10" creationId="{AC9F0B8F-C53F-A5F0-C089-39844ECA2BAF}"/>
          </ac:spMkLst>
        </pc:spChg>
        <pc:spChg chg="mod">
          <ac:chgData name="강창범" userId="6a7447b3-2e50-499e-b487-9c847021f407" providerId="ADAL" clId="{0F6DE7C8-21E1-4685-BBC5-313C75EB2FBA}" dt="2026-09-29T00:38:55.314" v="1802" actId="164"/>
          <ac:spMkLst>
            <pc:docMk/>
            <pc:sldMk cId="4134647261" sldId="267"/>
            <ac:spMk id="11" creationId="{FC2C84A7-428A-C11F-C161-8B3A3ADE85DE}"/>
          </ac:spMkLst>
        </pc:spChg>
        <pc:spChg chg="mod">
          <ac:chgData name="강창범" userId="6a7447b3-2e50-499e-b487-9c847021f407" providerId="ADAL" clId="{0F6DE7C8-21E1-4685-BBC5-313C75EB2FBA}" dt="2026-09-29T00:39:16.593" v="1815" actId="164"/>
          <ac:spMkLst>
            <pc:docMk/>
            <pc:sldMk cId="4134647261" sldId="267"/>
            <ac:spMk id="12" creationId="{BFA10C94-8FBC-753B-B7DC-CC20B5F4B01F}"/>
          </ac:spMkLst>
        </pc:spChg>
        <pc:spChg chg="mod">
          <ac:chgData name="강창범" userId="6a7447b3-2e50-499e-b487-9c847021f407" providerId="ADAL" clId="{0F6DE7C8-21E1-4685-BBC5-313C75EB2FBA}" dt="2026-09-29T00:39:16.593" v="1815" actId="164"/>
          <ac:spMkLst>
            <pc:docMk/>
            <pc:sldMk cId="4134647261" sldId="267"/>
            <ac:spMk id="13" creationId="{CCDA01E9-111C-F458-D979-BACE099DA597}"/>
          </ac:spMkLst>
        </pc:spChg>
        <pc:spChg chg="add mod">
          <ac:chgData name="강창범" userId="6a7447b3-2e50-499e-b487-9c847021f407" providerId="ADAL" clId="{0F6DE7C8-21E1-4685-BBC5-313C75EB2FBA}" dt="2026-09-29T00:39:03.080" v="1806" actId="164"/>
          <ac:spMkLst>
            <pc:docMk/>
            <pc:sldMk cId="4134647261" sldId="267"/>
            <ac:spMk id="21" creationId="{68EFC333-C897-4431-AFEE-27B7A74212D3}"/>
          </ac:spMkLst>
        </pc:spChg>
        <pc:spChg chg="mod">
          <ac:chgData name="강창범" userId="6a7447b3-2e50-499e-b487-9c847021f407" providerId="ADAL" clId="{0F6DE7C8-21E1-4685-BBC5-313C75EB2FBA}" dt="2026-09-29T00:39:03.080" v="1806" actId="164"/>
          <ac:spMkLst>
            <pc:docMk/>
            <pc:sldMk cId="4134647261" sldId="267"/>
            <ac:spMk id="23" creationId="{3EDFF582-BA10-2248-FCE8-07F4E9E963F8}"/>
          </ac:spMkLst>
        </pc:spChg>
        <pc:spChg chg="del">
          <ac:chgData name="강창범" userId="6a7447b3-2e50-499e-b487-9c847021f407" providerId="ADAL" clId="{0F6DE7C8-21E1-4685-BBC5-313C75EB2FBA}" dt="2026-09-28T16:14:42.075" v="976" actId="478"/>
          <ac:spMkLst>
            <pc:docMk/>
            <pc:sldMk cId="4134647261" sldId="267"/>
            <ac:spMk id="24" creationId="{DFA438BA-2E3F-ADCF-E710-F8D6BC86882D}"/>
          </ac:spMkLst>
        </pc:spChg>
        <pc:spChg chg="mod">
          <ac:chgData name="강창범" userId="6a7447b3-2e50-499e-b487-9c847021f407" providerId="ADAL" clId="{0F6DE7C8-21E1-4685-BBC5-313C75EB2FBA}" dt="2026-09-28T16:22:57.016" v="1063" actId="1076"/>
          <ac:spMkLst>
            <pc:docMk/>
            <pc:sldMk cId="4134647261" sldId="267"/>
            <ac:spMk id="27" creationId="{0B7622A9-0C09-FF39-0D38-E084461FF363}"/>
          </ac:spMkLst>
        </pc:spChg>
        <pc:spChg chg="mod">
          <ac:chgData name="강창범" userId="6a7447b3-2e50-499e-b487-9c847021f407" providerId="ADAL" clId="{0F6DE7C8-21E1-4685-BBC5-313C75EB2FBA}" dt="2026-09-29T00:39:03.080" v="1806" actId="164"/>
          <ac:spMkLst>
            <pc:docMk/>
            <pc:sldMk cId="4134647261" sldId="267"/>
            <ac:spMk id="31" creationId="{74DD1224-AF33-72C8-76C5-3B918C2A2B62}"/>
          </ac:spMkLst>
        </pc:spChg>
        <pc:spChg chg="mod">
          <ac:chgData name="강창범" userId="6a7447b3-2e50-499e-b487-9c847021f407" providerId="ADAL" clId="{0F6DE7C8-21E1-4685-BBC5-313C75EB2FBA}" dt="2026-09-29T00:40:40.935" v="1831" actId="164"/>
          <ac:spMkLst>
            <pc:docMk/>
            <pc:sldMk cId="4134647261" sldId="267"/>
            <ac:spMk id="39" creationId="{A26A73FD-5175-9ED0-8400-B88B7C661B86}"/>
          </ac:spMkLst>
        </pc:spChg>
        <pc:spChg chg="mod">
          <ac:chgData name="강창범" userId="6a7447b3-2e50-499e-b487-9c847021f407" providerId="ADAL" clId="{0F6DE7C8-21E1-4685-BBC5-313C75EB2FBA}" dt="2026-09-29T00:40:40.935" v="1831" actId="164"/>
          <ac:spMkLst>
            <pc:docMk/>
            <pc:sldMk cId="4134647261" sldId="267"/>
            <ac:spMk id="41" creationId="{BE7C7976-56D5-C58A-1EF2-C7812C0A7135}"/>
          </ac:spMkLst>
        </pc:spChg>
        <pc:grpChg chg="add mod">
          <ac:chgData name="강창범" userId="6a7447b3-2e50-499e-b487-9c847021f407" providerId="ADAL" clId="{0F6DE7C8-21E1-4685-BBC5-313C75EB2FBA}" dt="2026-09-29T00:38:56.863" v="1803" actId="1076"/>
          <ac:grpSpMkLst>
            <pc:docMk/>
            <pc:sldMk cId="4134647261" sldId="267"/>
            <ac:grpSpMk id="18" creationId="{861C62CB-A388-34E3-AE7C-5E266A37E995}"/>
          </ac:grpSpMkLst>
        </pc:grpChg>
        <pc:grpChg chg="add mod">
          <ac:chgData name="강창범" userId="6a7447b3-2e50-499e-b487-9c847021f407" providerId="ADAL" clId="{0F6DE7C8-21E1-4685-BBC5-313C75EB2FBA}" dt="2026-09-29T00:39:09.879" v="1814" actId="1036"/>
          <ac:grpSpMkLst>
            <pc:docMk/>
            <pc:sldMk cId="4134647261" sldId="267"/>
            <ac:grpSpMk id="19" creationId="{68CC6C78-7872-CDDA-9014-B81EA9A4F45D}"/>
          </ac:grpSpMkLst>
        </pc:grpChg>
        <pc:grpChg chg="add mod">
          <ac:chgData name="강창범" userId="6a7447b3-2e50-499e-b487-9c847021f407" providerId="ADAL" clId="{0F6DE7C8-21E1-4685-BBC5-313C75EB2FBA}" dt="2026-09-29T00:39:35.071" v="1824" actId="14100"/>
          <ac:grpSpMkLst>
            <pc:docMk/>
            <pc:sldMk cId="4134647261" sldId="267"/>
            <ac:grpSpMk id="20" creationId="{AB26AA46-2727-1C97-3A2E-7191B5CE518F}"/>
          </ac:grpSpMkLst>
        </pc:grpChg>
        <pc:grpChg chg="add mod">
          <ac:chgData name="강창범" userId="6a7447b3-2e50-499e-b487-9c847021f407" providerId="ADAL" clId="{0F6DE7C8-21E1-4685-BBC5-313C75EB2FBA}" dt="2026-09-29T00:40:46.565" v="1846" actId="1036"/>
          <ac:grpSpMkLst>
            <pc:docMk/>
            <pc:sldMk cId="4134647261" sldId="267"/>
            <ac:grpSpMk id="24" creationId="{A3FA3471-289C-2BEF-18CF-1DAD557624F8}"/>
          </ac:grpSpMkLst>
        </pc:grpChg>
        <pc:grpChg chg="mod">
          <ac:chgData name="강창범" userId="6a7447b3-2e50-499e-b487-9c847021f407" providerId="ADAL" clId="{0F6DE7C8-21E1-4685-BBC5-313C75EB2FBA}" dt="2026-09-29T00:39:03.080" v="1806" actId="164"/>
          <ac:grpSpMkLst>
            <pc:docMk/>
            <pc:sldMk cId="4134647261" sldId="267"/>
            <ac:grpSpMk id="25" creationId="{5007E084-4F50-B282-2B11-8689ED88796E}"/>
          </ac:grpSpMkLst>
        </pc:grpChg>
        <pc:grpChg chg="mod">
          <ac:chgData name="강창범" userId="6a7447b3-2e50-499e-b487-9c847021f407" providerId="ADAL" clId="{0F6DE7C8-21E1-4685-BBC5-313C75EB2FBA}" dt="2026-09-29T00:40:40.935" v="1831" actId="164"/>
          <ac:grpSpMkLst>
            <pc:docMk/>
            <pc:sldMk cId="4134647261" sldId="267"/>
            <ac:grpSpMk id="28" creationId="{25491949-DF0A-3AB0-7EA1-55A3019A26E2}"/>
          </ac:grpSpMkLst>
        </pc:grpChg>
        <pc:grpChg chg="mod">
          <ac:chgData name="강창범" userId="6a7447b3-2e50-499e-b487-9c847021f407" providerId="ADAL" clId="{0F6DE7C8-21E1-4685-BBC5-313C75EB2FBA}" dt="2026-09-29T00:39:03.080" v="1806" actId="164"/>
          <ac:grpSpMkLst>
            <pc:docMk/>
            <pc:sldMk cId="4134647261" sldId="267"/>
            <ac:grpSpMk id="30" creationId="{5FF1209F-2332-CDD9-1A6B-5A5DA6D79828}"/>
          </ac:grpSpMkLst>
        </pc:grpChg>
        <pc:picChg chg="mod">
          <ac:chgData name="강창범" userId="6a7447b3-2e50-499e-b487-9c847021f407" providerId="ADAL" clId="{0F6DE7C8-21E1-4685-BBC5-313C75EB2FBA}" dt="2026-09-28T16:22:53.745" v="1062" actId="1076"/>
          <ac:picMkLst>
            <pc:docMk/>
            <pc:sldMk cId="4134647261" sldId="267"/>
            <ac:picMk id="17" creationId="{1157525A-8459-F584-DEBE-2D92CF8323CB}"/>
          </ac:picMkLst>
        </pc:picChg>
        <pc:cxnChg chg="del mod">
          <ac:chgData name="강창범" userId="6a7447b3-2e50-499e-b487-9c847021f407" providerId="ADAL" clId="{0F6DE7C8-21E1-4685-BBC5-313C75EB2FBA}" dt="2026-09-28T16:14:43.069" v="977" actId="478"/>
          <ac:cxnSpMkLst>
            <pc:docMk/>
            <pc:sldMk cId="4134647261" sldId="267"/>
            <ac:cxnSpMk id="19" creationId="{83D61D11-BE4F-826D-77BD-6605D356F03E}"/>
          </ac:cxnSpMkLst>
        </pc:cxnChg>
        <pc:cxnChg chg="mod">
          <ac:chgData name="강창범" userId="6a7447b3-2e50-499e-b487-9c847021f407" providerId="ADAL" clId="{0F6DE7C8-21E1-4685-BBC5-313C75EB2FBA}" dt="2026-09-29T00:39:03.080" v="1806" actId="164"/>
          <ac:cxnSpMkLst>
            <pc:docMk/>
            <pc:sldMk cId="4134647261" sldId="267"/>
            <ac:cxnSpMk id="22" creationId="{3F2D485F-D88C-DB3B-B875-C76653ACB9CD}"/>
          </ac:cxnSpMkLst>
        </pc:cxnChg>
        <pc:cxnChg chg="mod">
          <ac:chgData name="강창범" userId="6a7447b3-2e50-499e-b487-9c847021f407" providerId="ADAL" clId="{0F6DE7C8-21E1-4685-BBC5-313C75EB2FBA}" dt="2026-09-28T16:22:48.329" v="1060" actId="14100"/>
          <ac:cxnSpMkLst>
            <pc:docMk/>
            <pc:sldMk cId="4134647261" sldId="267"/>
            <ac:cxnSpMk id="26" creationId="{EFB6F185-0D00-F4A3-02EB-8D9221CCF021}"/>
          </ac:cxnSpMkLst>
        </pc:cxnChg>
        <pc:cxnChg chg="del mod">
          <ac:chgData name="강창범" userId="6a7447b3-2e50-499e-b487-9c847021f407" providerId="ADAL" clId="{0F6DE7C8-21E1-4685-BBC5-313C75EB2FBA}" dt="2026-09-28T16:22:33.340" v="1054" actId="478"/>
          <ac:cxnSpMkLst>
            <pc:docMk/>
            <pc:sldMk cId="4134647261" sldId="267"/>
            <ac:cxnSpMk id="55" creationId="{99A6E0B9-C040-3E04-0338-D8485551264D}"/>
          </ac:cxnSpMkLst>
        </pc:cxnChg>
        <pc:cxnChg chg="mod">
          <ac:chgData name="강창범" userId="6a7447b3-2e50-499e-b487-9c847021f407" providerId="ADAL" clId="{0F6DE7C8-21E1-4685-BBC5-313C75EB2FBA}" dt="2026-09-29T00:39:09.879" v="1814" actId="1036"/>
          <ac:cxnSpMkLst>
            <pc:docMk/>
            <pc:sldMk cId="4134647261" sldId="267"/>
            <ac:cxnSpMk id="63" creationId="{8CDDB004-6BCE-96D3-AD8A-4B367A0760AB}"/>
          </ac:cxnSpMkLst>
        </pc:cxnChg>
        <pc:cxnChg chg="mod">
          <ac:chgData name="강창범" userId="6a7447b3-2e50-499e-b487-9c847021f407" providerId="ADAL" clId="{0F6DE7C8-21E1-4685-BBC5-313C75EB2FBA}" dt="2026-09-29T00:40:46.565" v="1846" actId="1036"/>
          <ac:cxnSpMkLst>
            <pc:docMk/>
            <pc:sldMk cId="4134647261" sldId="267"/>
            <ac:cxnSpMk id="64" creationId="{6DEAE8A8-C1A5-C800-DF43-EA17DC5E1643}"/>
          </ac:cxnSpMkLst>
        </pc:cxnChg>
        <pc:cxnChg chg="mod">
          <ac:chgData name="강창범" userId="6a7447b3-2e50-499e-b487-9c847021f407" providerId="ADAL" clId="{0F6DE7C8-21E1-4685-BBC5-313C75EB2FBA}" dt="2026-09-29T00:38:56.863" v="1803" actId="1076"/>
          <ac:cxnSpMkLst>
            <pc:docMk/>
            <pc:sldMk cId="4134647261" sldId="267"/>
            <ac:cxnSpMk id="65" creationId="{B0BB45C1-4474-3FB9-D4E6-EE9281856E33}"/>
          </ac:cxnSpMkLst>
        </pc:cxnChg>
        <pc:cxnChg chg="mod">
          <ac:chgData name="강창범" userId="6a7447b3-2e50-499e-b487-9c847021f407" providerId="ADAL" clId="{0F6DE7C8-21E1-4685-BBC5-313C75EB2FBA}" dt="2026-09-29T00:39:35.071" v="1824" actId="14100"/>
          <ac:cxnSpMkLst>
            <pc:docMk/>
            <pc:sldMk cId="4134647261" sldId="267"/>
            <ac:cxnSpMk id="66" creationId="{68DCE38F-052E-0526-1AD9-376757665809}"/>
          </ac:cxnSpMkLst>
        </pc:cxnChg>
      </pc:sldChg>
      <pc:sldChg chg="addSp delSp modSp mod">
        <pc:chgData name="강창범" userId="6a7447b3-2e50-499e-b487-9c847021f407" providerId="ADAL" clId="{0F6DE7C8-21E1-4685-BBC5-313C75EB2FBA}" dt="2026-09-28T17:26:05.197" v="1689"/>
        <pc:sldMkLst>
          <pc:docMk/>
          <pc:sldMk cId="181950962" sldId="270"/>
        </pc:sldMkLst>
        <pc:spChg chg="mod">
          <ac:chgData name="강창범" userId="6a7447b3-2e50-499e-b487-9c847021f407" providerId="ADAL" clId="{0F6DE7C8-21E1-4685-BBC5-313C75EB2FBA}" dt="2026-09-28T17:26:05.197" v="1689"/>
          <ac:spMkLst>
            <pc:docMk/>
            <pc:sldMk cId="181950962" sldId="270"/>
            <ac:spMk id="3" creationId="{8B813951-92D6-0310-6541-374D95722794}"/>
          </ac:spMkLst>
        </pc:spChg>
        <pc:spChg chg="mod">
          <ac:chgData name="강창범" userId="6a7447b3-2e50-499e-b487-9c847021f407" providerId="ADAL" clId="{0F6DE7C8-21E1-4685-BBC5-313C75EB2FBA}" dt="2026-09-28T16:21:16.715" v="1024" actId="688"/>
          <ac:spMkLst>
            <pc:docMk/>
            <pc:sldMk cId="181950962" sldId="270"/>
            <ac:spMk id="11" creationId="{DEC41769-FC4C-8E84-1687-631E96B0EA34}"/>
          </ac:spMkLst>
        </pc:spChg>
        <pc:spChg chg="add mod">
          <ac:chgData name="강창범" userId="6a7447b3-2e50-499e-b487-9c847021f407" providerId="ADAL" clId="{0F6DE7C8-21E1-4685-BBC5-313C75EB2FBA}" dt="2026-09-28T16:25:14.250" v="1088" actId="1076"/>
          <ac:spMkLst>
            <pc:docMk/>
            <pc:sldMk cId="181950962" sldId="270"/>
            <ac:spMk id="16" creationId="{10D8E934-EDCA-B53E-1C4C-A0C9361A554E}"/>
          </ac:spMkLst>
        </pc:spChg>
        <pc:spChg chg="add del mod topLvl">
          <ac:chgData name="강창범" userId="6a7447b3-2e50-499e-b487-9c847021f407" providerId="ADAL" clId="{0F6DE7C8-21E1-4685-BBC5-313C75EB2FBA}" dt="2026-09-28T16:21:58.722" v="1048" actId="1076"/>
          <ac:spMkLst>
            <pc:docMk/>
            <pc:sldMk cId="181950962" sldId="270"/>
            <ac:spMk id="61" creationId="{9C00EAA8-CA7B-BFC9-2EA1-9491D100473A}"/>
          </ac:spMkLst>
        </pc:spChg>
        <pc:spChg chg="mod">
          <ac:chgData name="강창범" userId="6a7447b3-2e50-499e-b487-9c847021f407" providerId="ADAL" clId="{0F6DE7C8-21E1-4685-BBC5-313C75EB2FBA}" dt="2026-09-28T16:21:41.099" v="1045" actId="1076"/>
          <ac:spMkLst>
            <pc:docMk/>
            <pc:sldMk cId="181950962" sldId="270"/>
            <ac:spMk id="74" creationId="{15D9E748-9179-8C67-D806-37E59830670E}"/>
          </ac:spMkLst>
        </pc:spChg>
        <pc:grpChg chg="add mod">
          <ac:chgData name="강창범" userId="6a7447b3-2e50-499e-b487-9c847021f407" providerId="ADAL" clId="{0F6DE7C8-21E1-4685-BBC5-313C75EB2FBA}" dt="2026-09-28T16:21:17.321" v="1028" actId="1076"/>
          <ac:grpSpMkLst>
            <pc:docMk/>
            <pc:sldMk cId="181950962" sldId="270"/>
            <ac:grpSpMk id="9" creationId="{4D72094C-0C03-FF52-A0E6-179AF126B1E7}"/>
          </ac:grpSpMkLst>
        </pc:grpChg>
        <pc:grpChg chg="add del mod">
          <ac:chgData name="강창범" userId="6a7447b3-2e50-499e-b487-9c847021f407" providerId="ADAL" clId="{0F6DE7C8-21E1-4685-BBC5-313C75EB2FBA}" dt="2026-09-28T16:21:18.223" v="1033" actId="688"/>
          <ac:grpSpMkLst>
            <pc:docMk/>
            <pc:sldMk cId="181950962" sldId="270"/>
            <ac:grpSpMk id="69" creationId="{1962CC44-01B1-985F-C2F9-68599FB951BD}"/>
          </ac:grpSpMkLst>
        </pc:grpChg>
        <pc:grpChg chg="add del">
          <ac:chgData name="강창범" userId="6a7447b3-2e50-499e-b487-9c847021f407" providerId="ADAL" clId="{0F6DE7C8-21E1-4685-BBC5-313C75EB2FBA}" dt="2026-09-28T16:21:18.875" v="1037" actId="478"/>
          <ac:grpSpMkLst>
            <pc:docMk/>
            <pc:sldMk cId="181950962" sldId="270"/>
            <ac:grpSpMk id="70" creationId="{5A412DED-94B8-4FE5-F202-52972FDAB98A}"/>
          </ac:grpSpMkLst>
        </pc:grpChg>
        <pc:grpChg chg="mod">
          <ac:chgData name="강창범" userId="6a7447b3-2e50-499e-b487-9c847021f407" providerId="ADAL" clId="{0F6DE7C8-21E1-4685-BBC5-313C75EB2FBA}" dt="2026-09-28T16:16:39.872" v="1002" actId="1076"/>
          <ac:grpSpMkLst>
            <pc:docMk/>
            <pc:sldMk cId="181950962" sldId="270"/>
            <ac:grpSpMk id="72" creationId="{A8A0B676-D416-50EA-DF40-C3C92B087E42}"/>
          </ac:grpSpMkLst>
        </pc:grpChg>
        <pc:picChg chg="mod">
          <ac:chgData name="강창범" userId="6a7447b3-2e50-499e-b487-9c847021f407" providerId="ADAL" clId="{0F6DE7C8-21E1-4685-BBC5-313C75EB2FBA}" dt="2026-09-28T16:21:18.552" v="1035" actId="688"/>
          <ac:picMkLst>
            <pc:docMk/>
            <pc:sldMk cId="181950962" sldId="270"/>
            <ac:picMk id="22" creationId="{46FBA079-B477-2EF8-2A93-BFDB13791A73}"/>
          </ac:picMkLst>
        </pc:picChg>
        <pc:cxnChg chg="mod">
          <ac:chgData name="강창범" userId="6a7447b3-2e50-499e-b487-9c847021f407" providerId="ADAL" clId="{0F6DE7C8-21E1-4685-BBC5-313C75EB2FBA}" dt="2026-09-28T16:17:19.326" v="1016"/>
          <ac:cxnSpMkLst>
            <pc:docMk/>
            <pc:sldMk cId="181950962" sldId="270"/>
            <ac:cxnSpMk id="10" creationId="{8391BDF7-0782-7106-8B70-14ADEC549988}"/>
          </ac:cxnSpMkLst>
        </pc:cxnChg>
        <pc:cxnChg chg="del mod">
          <ac:chgData name="강창범" userId="6a7447b3-2e50-499e-b487-9c847021f407" providerId="ADAL" clId="{0F6DE7C8-21E1-4685-BBC5-313C75EB2FBA}" dt="2026-09-28T16:25:19.717" v="1089" actId="478"/>
          <ac:cxnSpMkLst>
            <pc:docMk/>
            <pc:sldMk cId="181950962" sldId="270"/>
            <ac:cxnSpMk id="26" creationId="{8D1557B1-83C8-455A-9551-93AF4F36495A}"/>
          </ac:cxnSpMkLst>
        </pc:cxnChg>
        <pc:cxnChg chg="add del mod topLvl">
          <ac:chgData name="강창범" userId="6a7447b3-2e50-499e-b487-9c847021f407" providerId="ADAL" clId="{0F6DE7C8-21E1-4685-BBC5-313C75EB2FBA}" dt="2026-09-28T16:21:55.322" v="1047" actId="14100"/>
          <ac:cxnSpMkLst>
            <pc:docMk/>
            <pc:sldMk cId="181950962" sldId="270"/>
            <ac:cxnSpMk id="47" creationId="{0A454C01-B853-FDA5-C205-215BE09CC9F6}"/>
          </ac:cxnSpMkLst>
        </pc:cxnChg>
        <pc:cxnChg chg="mod">
          <ac:chgData name="강창범" userId="6a7447b3-2e50-499e-b487-9c847021f407" providerId="ADAL" clId="{0F6DE7C8-21E1-4685-BBC5-313C75EB2FBA}" dt="2026-09-28T16:21:38.282" v="1044" actId="14100"/>
          <ac:cxnSpMkLst>
            <pc:docMk/>
            <pc:sldMk cId="181950962" sldId="270"/>
            <ac:cxnSpMk id="73" creationId="{1FA8DB7D-7D51-4DF2-842C-7155554D8385}"/>
          </ac:cxnSpMkLst>
        </pc:cxnChg>
      </pc:sldChg>
      <pc:sldChg chg="addSp delSp modSp mod">
        <pc:chgData name="강창범" userId="6a7447b3-2e50-499e-b487-9c847021f407" providerId="ADAL" clId="{0F6DE7C8-21E1-4685-BBC5-313C75EB2FBA}" dt="2026-09-28T17:26:00.846" v="1688" actId="20577"/>
        <pc:sldMkLst>
          <pc:docMk/>
          <pc:sldMk cId="739740758" sldId="271"/>
        </pc:sldMkLst>
        <pc:spChg chg="mod">
          <ac:chgData name="강창범" userId="6a7447b3-2e50-499e-b487-9c847021f407" providerId="ADAL" clId="{0F6DE7C8-21E1-4685-BBC5-313C75EB2FBA}" dt="2026-09-28T17:26:00.846" v="1688" actId="20577"/>
          <ac:spMkLst>
            <pc:docMk/>
            <pc:sldMk cId="739740758" sldId="271"/>
            <ac:spMk id="3" creationId="{760732FD-0827-D7C5-FA4F-063B6F2F1DB6}"/>
          </ac:spMkLst>
        </pc:spChg>
        <pc:spChg chg="mod">
          <ac:chgData name="강창범" userId="6a7447b3-2e50-499e-b487-9c847021f407" providerId="ADAL" clId="{0F6DE7C8-21E1-4685-BBC5-313C75EB2FBA}" dt="2026-09-28T16:21:29.384" v="1042" actId="1076"/>
          <ac:spMkLst>
            <pc:docMk/>
            <pc:sldMk cId="739740758" sldId="271"/>
            <ac:spMk id="18" creationId="{D5876876-8B8F-40DE-29F9-9252653C8EDD}"/>
          </ac:spMkLst>
        </pc:spChg>
        <pc:spChg chg="del">
          <ac:chgData name="강창범" userId="6a7447b3-2e50-499e-b487-9c847021f407" providerId="ADAL" clId="{0F6DE7C8-21E1-4685-BBC5-313C75EB2FBA}" dt="2026-09-28T16:15:15.508" v="985" actId="478"/>
          <ac:spMkLst>
            <pc:docMk/>
            <pc:sldMk cId="739740758" sldId="271"/>
            <ac:spMk id="19" creationId="{875BB19C-C435-68F7-7739-1D0C7EFC6EF0}"/>
          </ac:spMkLst>
        </pc:spChg>
        <pc:spChg chg="mod">
          <ac:chgData name="강창범" userId="6a7447b3-2e50-499e-b487-9c847021f407" providerId="ADAL" clId="{0F6DE7C8-21E1-4685-BBC5-313C75EB2FBA}" dt="2026-09-28T16:22:26.773" v="1052" actId="1076"/>
          <ac:spMkLst>
            <pc:docMk/>
            <pc:sldMk cId="739740758" sldId="271"/>
            <ac:spMk id="31" creationId="{C2C50462-3431-CCA3-38E7-3772C6F743C7}"/>
          </ac:spMkLst>
        </pc:spChg>
        <pc:spChg chg="add mod">
          <ac:chgData name="강창범" userId="6a7447b3-2e50-499e-b487-9c847021f407" providerId="ADAL" clId="{0F6DE7C8-21E1-4685-BBC5-313C75EB2FBA}" dt="2026-09-28T16:24:55.673" v="1082" actId="1037"/>
          <ac:spMkLst>
            <pc:docMk/>
            <pc:sldMk cId="739740758" sldId="271"/>
            <ac:spMk id="34" creationId="{D2264F7B-0E55-E301-F306-94C063C6139A}"/>
          </ac:spMkLst>
        </pc:spChg>
        <pc:grpChg chg="del">
          <ac:chgData name="강창범" userId="6a7447b3-2e50-499e-b487-9c847021f407" providerId="ADAL" clId="{0F6DE7C8-21E1-4685-BBC5-313C75EB2FBA}" dt="2026-09-28T16:16:23.324" v="1000" actId="478"/>
          <ac:grpSpMkLst>
            <pc:docMk/>
            <pc:sldMk cId="739740758" sldId="271"/>
            <ac:grpSpMk id="20" creationId="{581B18ED-A62D-1E12-9DB5-AF28FD6890D4}"/>
          </ac:grpSpMkLst>
        </pc:grpChg>
        <pc:grpChg chg="add mod">
          <ac:chgData name="강창범" userId="6a7447b3-2e50-499e-b487-9c847021f407" providerId="ADAL" clId="{0F6DE7C8-21E1-4685-BBC5-313C75EB2FBA}" dt="2026-09-28T16:16:28.480" v="1001"/>
          <ac:grpSpMkLst>
            <pc:docMk/>
            <pc:sldMk cId="739740758" sldId="271"/>
            <ac:grpSpMk id="27" creationId="{65812262-A6ED-E91B-7ED9-B7A0F7CB916E}"/>
          </ac:grpSpMkLst>
        </pc:grpChg>
        <pc:grpChg chg="mod">
          <ac:chgData name="강창범" userId="6a7447b3-2e50-499e-b487-9c847021f407" providerId="ADAL" clId="{0F6DE7C8-21E1-4685-BBC5-313C75EB2FBA}" dt="2026-09-28T16:16:07.274" v="997" actId="1035"/>
          <ac:grpSpMkLst>
            <pc:docMk/>
            <pc:sldMk cId="739740758" sldId="271"/>
            <ac:grpSpMk id="30" creationId="{BA9ECFA8-603F-EFBF-A0D2-039CF9885C4E}"/>
          </ac:grpSpMkLst>
        </pc:grpChg>
        <pc:picChg chg="del">
          <ac:chgData name="강창범" userId="6a7447b3-2e50-499e-b487-9c847021f407" providerId="ADAL" clId="{0F6DE7C8-21E1-4685-BBC5-313C75EB2FBA}" dt="2026-09-28T16:16:21.499" v="998" actId="478"/>
          <ac:picMkLst>
            <pc:docMk/>
            <pc:sldMk cId="739740758" sldId="271"/>
            <ac:picMk id="17" creationId="{3CF6147B-2FE0-B34A-B8FB-2EE944D4EA20}"/>
          </ac:picMkLst>
        </pc:picChg>
        <pc:picChg chg="add mod">
          <ac:chgData name="강창범" userId="6a7447b3-2e50-499e-b487-9c847021f407" providerId="ADAL" clId="{0F6DE7C8-21E1-4685-BBC5-313C75EB2FBA}" dt="2026-09-28T16:22:18.988" v="1049" actId="688"/>
          <ac:picMkLst>
            <pc:docMk/>
            <pc:sldMk cId="739740758" sldId="271"/>
            <ac:picMk id="26" creationId="{951AF08C-5855-B42A-3A24-E20843C8C2BA}"/>
          </ac:picMkLst>
        </pc:picChg>
        <pc:cxnChg chg="del">
          <ac:chgData name="강창범" userId="6a7447b3-2e50-499e-b487-9c847021f407" providerId="ADAL" clId="{0F6DE7C8-21E1-4685-BBC5-313C75EB2FBA}" dt="2026-09-28T16:15:16.453" v="986" actId="478"/>
          <ac:cxnSpMkLst>
            <pc:docMk/>
            <pc:sldMk cId="739740758" sldId="271"/>
            <ac:cxnSpMk id="6" creationId="{454FDECA-07C7-9692-8D76-E1E9861A2331}"/>
          </ac:cxnSpMkLst>
        </pc:cxnChg>
        <pc:cxnChg chg="mod">
          <ac:chgData name="강창범" userId="6a7447b3-2e50-499e-b487-9c847021f407" providerId="ADAL" clId="{0F6DE7C8-21E1-4685-BBC5-313C75EB2FBA}" dt="2026-09-28T16:16:07.274" v="997" actId="1035"/>
          <ac:cxnSpMkLst>
            <pc:docMk/>
            <pc:sldMk cId="739740758" sldId="271"/>
            <ac:cxnSpMk id="16" creationId="{6F22707F-71AF-7105-F313-213CA1BA5CCC}"/>
          </ac:cxnSpMkLst>
        </pc:cxnChg>
        <pc:cxnChg chg="mod">
          <ac:chgData name="강창범" userId="6a7447b3-2e50-499e-b487-9c847021f407" providerId="ADAL" clId="{0F6DE7C8-21E1-4685-BBC5-313C75EB2FBA}" dt="2026-09-28T16:22:24.299" v="1051" actId="14100"/>
          <ac:cxnSpMkLst>
            <pc:docMk/>
            <pc:sldMk cId="739740758" sldId="271"/>
            <ac:cxnSpMk id="29" creationId="{B60DF050-B895-2DB1-C4BC-00A55BE987C6}"/>
          </ac:cxnSpMkLst>
        </pc:cxnChg>
        <pc:cxnChg chg="del mod">
          <ac:chgData name="강창범" userId="6a7447b3-2e50-499e-b487-9c847021f407" providerId="ADAL" clId="{0F6DE7C8-21E1-4685-BBC5-313C75EB2FBA}" dt="2026-09-28T16:22:30.090" v="1053" actId="478"/>
          <ac:cxnSpMkLst>
            <pc:docMk/>
            <pc:sldMk cId="739740758" sldId="271"/>
            <ac:cxnSpMk id="55" creationId="{08C034EB-6F8E-A1D3-947B-5F13F99C3AE5}"/>
          </ac:cxnSpMkLst>
        </pc:cxnChg>
        <pc:cxnChg chg="mod">
          <ac:chgData name="강창범" userId="6a7447b3-2e50-499e-b487-9c847021f407" providerId="ADAL" clId="{0F6DE7C8-21E1-4685-BBC5-313C75EB2FBA}" dt="2026-09-28T16:16:07.274" v="997" actId="1035"/>
          <ac:cxnSpMkLst>
            <pc:docMk/>
            <pc:sldMk cId="739740758" sldId="271"/>
            <ac:cxnSpMk id="63" creationId="{847521E6-7499-1800-DC16-D064ABB3E345}"/>
          </ac:cxnSpMkLst>
        </pc:cxnChg>
      </pc:sldChg>
      <pc:sldChg chg="del">
        <pc:chgData name="강창범" userId="6a7447b3-2e50-499e-b487-9c847021f407" providerId="ADAL" clId="{0F6DE7C8-21E1-4685-BBC5-313C75EB2FBA}" dt="2026-09-28T17:14:29.896" v="1511" actId="47"/>
        <pc:sldMkLst>
          <pc:docMk/>
          <pc:sldMk cId="1296677048" sldId="272"/>
        </pc:sldMkLst>
      </pc:sldChg>
      <pc:sldChg chg="modSp mod">
        <pc:chgData name="강창범" userId="6a7447b3-2e50-499e-b487-9c847021f407" providerId="ADAL" clId="{0F6DE7C8-21E1-4685-BBC5-313C75EB2FBA}" dt="2026-09-28T17:26:15.929" v="1707" actId="20577"/>
        <pc:sldMkLst>
          <pc:docMk/>
          <pc:sldMk cId="1223539350" sldId="273"/>
        </pc:sldMkLst>
        <pc:spChg chg="mod">
          <ac:chgData name="강창범" userId="6a7447b3-2e50-499e-b487-9c847021f407" providerId="ADAL" clId="{0F6DE7C8-21E1-4685-BBC5-313C75EB2FBA}" dt="2026-09-28T17:26:15.929" v="1707" actId="20577"/>
          <ac:spMkLst>
            <pc:docMk/>
            <pc:sldMk cId="1223539350" sldId="273"/>
            <ac:spMk id="3" creationId="{07DC7C83-3F86-4A6C-2FE6-C774D0B47814}"/>
          </ac:spMkLst>
        </pc:spChg>
        <pc:spChg chg="mod">
          <ac:chgData name="강창범" userId="6a7447b3-2e50-499e-b487-9c847021f407" providerId="ADAL" clId="{0F6DE7C8-21E1-4685-BBC5-313C75EB2FBA}" dt="2026-09-28T17:14:55.880" v="1512" actId="11"/>
          <ac:spMkLst>
            <pc:docMk/>
            <pc:sldMk cId="1223539350" sldId="273"/>
            <ac:spMk id="24" creationId="{4C2E96E4-8D71-ED6B-621D-A0CF3F303D08}"/>
          </ac:spMkLst>
        </pc:spChg>
      </pc:sldChg>
      <pc:sldChg chg="addSp delSp modSp add mod">
        <pc:chgData name="강창범" userId="6a7447b3-2e50-499e-b487-9c847021f407" providerId="ADAL" clId="{0F6DE7C8-21E1-4685-BBC5-313C75EB2FBA}" dt="2026-09-28T17:31:42.337" v="1798" actId="20577"/>
        <pc:sldMkLst>
          <pc:docMk/>
          <pc:sldMk cId="424279747" sldId="275"/>
        </pc:sldMkLst>
        <pc:spChg chg="mod">
          <ac:chgData name="강창범" userId="6a7447b3-2e50-499e-b487-9c847021f407" providerId="ADAL" clId="{0F6DE7C8-21E1-4685-BBC5-313C75EB2FBA}" dt="2026-09-28T17:26:07.889" v="1690"/>
          <ac:spMkLst>
            <pc:docMk/>
            <pc:sldMk cId="424279747" sldId="275"/>
            <ac:spMk id="3" creationId="{9C4239B6-3B38-370C-C1D7-90AA9BE19AB4}"/>
          </ac:spMkLst>
        </pc:spChg>
        <pc:spChg chg="mod">
          <ac:chgData name="강창범" userId="6a7447b3-2e50-499e-b487-9c847021f407" providerId="ADAL" clId="{0F6DE7C8-21E1-4685-BBC5-313C75EB2FBA}" dt="2026-09-28T15:44:02.145" v="213" actId="20577"/>
          <ac:spMkLst>
            <pc:docMk/>
            <pc:sldMk cId="424279747" sldId="275"/>
            <ac:spMk id="8" creationId="{29DA084E-7089-0864-D4AC-C9F9C5930172}"/>
          </ac:spMkLst>
        </pc:spChg>
        <pc:spChg chg="mod">
          <ac:chgData name="강창범" userId="6a7447b3-2e50-499e-b487-9c847021f407" providerId="ADAL" clId="{0F6DE7C8-21E1-4685-BBC5-313C75EB2FBA}" dt="2026-09-28T17:31:42.337" v="1798" actId="20577"/>
          <ac:spMkLst>
            <pc:docMk/>
            <pc:sldMk cId="424279747" sldId="275"/>
            <ac:spMk id="18" creationId="{FEC37E3C-C13F-D92B-DE8D-433BFA27078A}"/>
          </ac:spMkLst>
        </pc:spChg>
        <pc:spChg chg="mod">
          <ac:chgData name="강창범" userId="6a7447b3-2e50-499e-b487-9c847021f407" providerId="ADAL" clId="{0F6DE7C8-21E1-4685-BBC5-313C75EB2FBA}" dt="2026-09-28T16:11:13.549" v="969" actId="1076"/>
          <ac:spMkLst>
            <pc:docMk/>
            <pc:sldMk cId="424279747" sldId="275"/>
            <ac:spMk id="25" creationId="{EC472621-D6BA-DC85-7DD2-5CECA2FCFFC9}"/>
          </ac:spMkLst>
        </pc:spChg>
        <pc:spChg chg="mod">
          <ac:chgData name="강창범" userId="6a7447b3-2e50-499e-b487-9c847021f407" providerId="ADAL" clId="{0F6DE7C8-21E1-4685-BBC5-313C75EB2FBA}" dt="2026-09-28T16:25:33.841" v="1091"/>
          <ac:spMkLst>
            <pc:docMk/>
            <pc:sldMk cId="424279747" sldId="275"/>
            <ac:spMk id="29" creationId="{F2BE3CD9-2513-65FC-8868-0FD5447D255E}"/>
          </ac:spMkLst>
        </pc:spChg>
        <pc:spChg chg="mod">
          <ac:chgData name="강창범" userId="6a7447b3-2e50-499e-b487-9c847021f407" providerId="ADAL" clId="{0F6DE7C8-21E1-4685-BBC5-313C75EB2FBA}" dt="2026-09-28T16:25:33.841" v="1091"/>
          <ac:spMkLst>
            <pc:docMk/>
            <pc:sldMk cId="424279747" sldId="275"/>
            <ac:spMk id="30" creationId="{2B675AD1-554A-F128-C45C-60B323A5D2D4}"/>
          </ac:spMkLst>
        </pc:spChg>
        <pc:spChg chg="mod">
          <ac:chgData name="강창범" userId="6a7447b3-2e50-499e-b487-9c847021f407" providerId="ADAL" clId="{0F6DE7C8-21E1-4685-BBC5-313C75EB2FBA}" dt="2026-09-28T16:25:33.841" v="1091"/>
          <ac:spMkLst>
            <pc:docMk/>
            <pc:sldMk cId="424279747" sldId="275"/>
            <ac:spMk id="31" creationId="{C11E4080-093E-632D-64AC-D42BEA4B81BC}"/>
          </ac:spMkLst>
        </pc:spChg>
        <pc:spChg chg="mod">
          <ac:chgData name="강창범" userId="6a7447b3-2e50-499e-b487-9c847021f407" providerId="ADAL" clId="{0F6DE7C8-21E1-4685-BBC5-313C75EB2FBA}" dt="2026-09-28T16:25:33.841" v="1091"/>
          <ac:spMkLst>
            <pc:docMk/>
            <pc:sldMk cId="424279747" sldId="275"/>
            <ac:spMk id="34" creationId="{5A834AD3-F266-9940-4818-B824E34A3C9F}"/>
          </ac:spMkLst>
        </pc:spChg>
        <pc:spChg chg="mod">
          <ac:chgData name="강창범" userId="6a7447b3-2e50-499e-b487-9c847021f407" providerId="ADAL" clId="{0F6DE7C8-21E1-4685-BBC5-313C75EB2FBA}" dt="2026-09-28T16:26:23.564" v="1101" actId="1076"/>
          <ac:spMkLst>
            <pc:docMk/>
            <pc:sldMk cId="424279747" sldId="275"/>
            <ac:spMk id="39" creationId="{8EE15717-EAE2-B60A-9566-50C25CB33BBA}"/>
          </ac:spMkLst>
        </pc:spChg>
        <pc:spChg chg="mod">
          <ac:chgData name="강창범" userId="6a7447b3-2e50-499e-b487-9c847021f407" providerId="ADAL" clId="{0F6DE7C8-21E1-4685-BBC5-313C75EB2FBA}" dt="2026-09-28T16:25:33.841" v="1091"/>
          <ac:spMkLst>
            <pc:docMk/>
            <pc:sldMk cId="424279747" sldId="275"/>
            <ac:spMk id="42" creationId="{B820A8FE-9583-A602-E94E-CCCA8FE5F341}"/>
          </ac:spMkLst>
        </pc:spChg>
        <pc:spChg chg="add mod">
          <ac:chgData name="강창범" userId="6a7447b3-2e50-499e-b487-9c847021f407" providerId="ADAL" clId="{0F6DE7C8-21E1-4685-BBC5-313C75EB2FBA}" dt="2026-09-28T16:25:35.231" v="1092" actId="164"/>
          <ac:spMkLst>
            <pc:docMk/>
            <pc:sldMk cId="424279747" sldId="275"/>
            <ac:spMk id="43" creationId="{98A7FF8C-B134-0B04-EE12-0C075411042E}"/>
          </ac:spMkLst>
        </pc:spChg>
        <pc:spChg chg="mod">
          <ac:chgData name="강창범" userId="6a7447b3-2e50-499e-b487-9c847021f407" providerId="ADAL" clId="{0F6DE7C8-21E1-4685-BBC5-313C75EB2FBA}" dt="2026-09-28T16:11:29.315" v="975" actId="1076"/>
          <ac:spMkLst>
            <pc:docMk/>
            <pc:sldMk cId="424279747" sldId="275"/>
            <ac:spMk id="61" creationId="{FDC1CBCC-77E1-82F6-0D08-F1B0B56F0F69}"/>
          </ac:spMkLst>
        </pc:spChg>
        <pc:spChg chg="mod">
          <ac:chgData name="강창범" userId="6a7447b3-2e50-499e-b487-9c847021f407" providerId="ADAL" clId="{0F6DE7C8-21E1-4685-BBC5-313C75EB2FBA}" dt="2026-09-28T16:11:26.911" v="974" actId="1076"/>
          <ac:spMkLst>
            <pc:docMk/>
            <pc:sldMk cId="424279747" sldId="275"/>
            <ac:spMk id="74" creationId="{68F4B043-A97D-FD47-0B03-F7FAC13CB323}"/>
          </ac:spMkLst>
        </pc:spChg>
        <pc:grpChg chg="add mod">
          <ac:chgData name="강창범" userId="6a7447b3-2e50-499e-b487-9c847021f407" providerId="ADAL" clId="{0F6DE7C8-21E1-4685-BBC5-313C75EB2FBA}" dt="2026-09-28T16:00:51.212" v="962" actId="164"/>
          <ac:grpSpMkLst>
            <pc:docMk/>
            <pc:sldMk cId="424279747" sldId="275"/>
            <ac:grpSpMk id="5" creationId="{8294585A-8C9E-6417-E3A2-6669332AA0CE}"/>
          </ac:grpSpMkLst>
        </pc:grpChg>
        <pc:grpChg chg="add mod">
          <ac:chgData name="강창범" userId="6a7447b3-2e50-499e-b487-9c847021f407" providerId="ADAL" clId="{0F6DE7C8-21E1-4685-BBC5-313C75EB2FBA}" dt="2026-09-28T16:00:57.612" v="965" actId="164"/>
          <ac:grpSpMkLst>
            <pc:docMk/>
            <pc:sldMk cId="424279747" sldId="275"/>
            <ac:grpSpMk id="10" creationId="{2CF476B1-B051-2857-C183-1DC48C76361E}"/>
          </ac:grpSpMkLst>
        </pc:grpChg>
        <pc:grpChg chg="add del mod">
          <ac:chgData name="강창범" userId="6a7447b3-2e50-499e-b487-9c847021f407" providerId="ADAL" clId="{0F6DE7C8-21E1-4685-BBC5-313C75EB2FBA}" dt="2026-09-28T16:25:33.651" v="1090" actId="478"/>
          <ac:grpSpMkLst>
            <pc:docMk/>
            <pc:sldMk cId="424279747" sldId="275"/>
            <ac:grpSpMk id="11" creationId="{59D05C5F-55EF-BB34-271E-E1CB601EEFB4}"/>
          </ac:grpSpMkLst>
        </pc:grpChg>
        <pc:grpChg chg="add mod">
          <ac:chgData name="강창범" userId="6a7447b3-2e50-499e-b487-9c847021f407" providerId="ADAL" clId="{0F6DE7C8-21E1-4685-BBC5-313C75EB2FBA}" dt="2026-09-28T16:25:35.231" v="1092" actId="164"/>
          <ac:grpSpMkLst>
            <pc:docMk/>
            <pc:sldMk cId="424279747" sldId="275"/>
            <ac:grpSpMk id="17" creationId="{FE90E1BB-B258-B43A-4867-B298FDBFA5CD}"/>
          </ac:grpSpMkLst>
        </pc:grpChg>
        <pc:grpChg chg="mod">
          <ac:chgData name="강창범" userId="6a7447b3-2e50-499e-b487-9c847021f407" providerId="ADAL" clId="{0F6DE7C8-21E1-4685-BBC5-313C75EB2FBA}" dt="2026-09-28T16:25:35.231" v="1092" actId="164"/>
          <ac:grpSpMkLst>
            <pc:docMk/>
            <pc:sldMk cId="424279747" sldId="275"/>
            <ac:grpSpMk id="32" creationId="{C5341C23-CE41-F4CF-FFFC-14D1C163123F}"/>
          </ac:grpSpMkLst>
        </pc:grpChg>
        <pc:grpChg chg="add mod">
          <ac:chgData name="강창범" userId="6a7447b3-2e50-499e-b487-9c847021f407" providerId="ADAL" clId="{0F6DE7C8-21E1-4685-BBC5-313C75EB2FBA}" dt="2026-09-28T16:25:35.231" v="1092" actId="164"/>
          <ac:grpSpMkLst>
            <pc:docMk/>
            <pc:sldMk cId="424279747" sldId="275"/>
            <ac:grpSpMk id="35" creationId="{E896FC25-61D9-481F-1D71-B74411FE80BB}"/>
          </ac:grpSpMkLst>
        </pc:grpChg>
        <pc:grpChg chg="mod">
          <ac:chgData name="강창범" userId="6a7447b3-2e50-499e-b487-9c847021f407" providerId="ADAL" clId="{0F6DE7C8-21E1-4685-BBC5-313C75EB2FBA}" dt="2026-09-28T16:00:51.212" v="962" actId="164"/>
          <ac:grpSpMkLst>
            <pc:docMk/>
            <pc:sldMk cId="424279747" sldId="275"/>
            <ac:grpSpMk id="36" creationId="{1732EFED-256D-F15A-8733-57386BA83705}"/>
          </ac:grpSpMkLst>
        </pc:grpChg>
        <pc:grpChg chg="mod">
          <ac:chgData name="강창범" userId="6a7447b3-2e50-499e-b487-9c847021f407" providerId="ADAL" clId="{0F6DE7C8-21E1-4685-BBC5-313C75EB2FBA}" dt="2026-09-28T16:25:35.231" v="1092" actId="164"/>
          <ac:grpSpMkLst>
            <pc:docMk/>
            <pc:sldMk cId="424279747" sldId="275"/>
            <ac:grpSpMk id="40" creationId="{6AB297E6-45F0-569F-9F82-37F82D831E07}"/>
          </ac:grpSpMkLst>
        </pc:grpChg>
        <pc:grpChg chg="add mod">
          <ac:chgData name="강창범" userId="6a7447b3-2e50-499e-b487-9c847021f407" providerId="ADAL" clId="{0F6DE7C8-21E1-4685-BBC5-313C75EB2FBA}" dt="2026-09-28T16:25:37.827" v="1093" actId="1076"/>
          <ac:grpSpMkLst>
            <pc:docMk/>
            <pc:sldMk cId="424279747" sldId="275"/>
            <ac:grpSpMk id="45" creationId="{3D252542-76E1-F920-D5A2-A81AC00B6B04}"/>
          </ac:grpSpMkLst>
        </pc:grpChg>
        <pc:grpChg chg="mod">
          <ac:chgData name="강창범" userId="6a7447b3-2e50-499e-b487-9c847021f407" providerId="ADAL" clId="{0F6DE7C8-21E1-4685-BBC5-313C75EB2FBA}" dt="2026-09-28T16:00:51.212" v="962" actId="164"/>
          <ac:grpSpMkLst>
            <pc:docMk/>
            <pc:sldMk cId="424279747" sldId="275"/>
            <ac:grpSpMk id="69" creationId="{7BAF947C-E985-87BB-7031-10046FC76FCA}"/>
          </ac:grpSpMkLst>
        </pc:grpChg>
        <pc:grpChg chg="mod">
          <ac:chgData name="강창범" userId="6a7447b3-2e50-499e-b487-9c847021f407" providerId="ADAL" clId="{0F6DE7C8-21E1-4685-BBC5-313C75EB2FBA}" dt="2026-09-28T16:00:57.612" v="965" actId="164"/>
          <ac:grpSpMkLst>
            <pc:docMk/>
            <pc:sldMk cId="424279747" sldId="275"/>
            <ac:grpSpMk id="70" creationId="{CC6432CE-C281-ED81-E012-65ED883C1ADB}"/>
          </ac:grpSpMkLst>
        </pc:grpChg>
        <pc:grpChg chg="mod">
          <ac:chgData name="강창범" userId="6a7447b3-2e50-499e-b487-9c847021f407" providerId="ADAL" clId="{0F6DE7C8-21E1-4685-BBC5-313C75EB2FBA}" dt="2026-09-28T16:00:57.612" v="965" actId="164"/>
          <ac:grpSpMkLst>
            <pc:docMk/>
            <pc:sldMk cId="424279747" sldId="275"/>
            <ac:grpSpMk id="72" creationId="{E8BF47BD-25F3-C204-8506-0AC9FF2E18B7}"/>
          </ac:grpSpMkLst>
        </pc:grpChg>
        <pc:picChg chg="mod">
          <ac:chgData name="강창범" userId="6a7447b3-2e50-499e-b487-9c847021f407" providerId="ADAL" clId="{0F6DE7C8-21E1-4685-BBC5-313C75EB2FBA}" dt="2026-09-28T16:25:33.841" v="1091"/>
          <ac:picMkLst>
            <pc:docMk/>
            <pc:sldMk cId="424279747" sldId="275"/>
            <ac:picMk id="21" creationId="{C0DF1052-E2B5-663A-DB6D-C48F1BAD98E1}"/>
          </ac:picMkLst>
        </pc:picChg>
        <pc:cxnChg chg="mod">
          <ac:chgData name="강창범" userId="6a7447b3-2e50-499e-b487-9c847021f407" providerId="ADAL" clId="{0F6DE7C8-21E1-4685-BBC5-313C75EB2FBA}" dt="2026-09-28T15:44:01.268" v="210" actId="20577"/>
          <ac:cxnSpMkLst>
            <pc:docMk/>
            <pc:sldMk cId="424279747" sldId="275"/>
            <ac:cxnSpMk id="7" creationId="{AFBE87F4-0E23-AB68-C55B-AF5373FFE012}"/>
          </ac:cxnSpMkLst>
        </pc:cxnChg>
        <pc:cxnChg chg="mod">
          <ac:chgData name="강창범" userId="6a7447b3-2e50-499e-b487-9c847021f407" providerId="ADAL" clId="{0F6DE7C8-21E1-4685-BBC5-313C75EB2FBA}" dt="2026-09-28T16:26:11.455" v="1099" actId="14100"/>
          <ac:cxnSpMkLst>
            <pc:docMk/>
            <pc:sldMk cId="424279747" sldId="275"/>
            <ac:cxnSpMk id="19" creationId="{AABBE7E4-91BE-2DD5-D6F5-276762D6613E}"/>
          </ac:cxnSpMkLst>
        </pc:cxnChg>
        <pc:cxnChg chg="mod">
          <ac:chgData name="강창범" userId="6a7447b3-2e50-499e-b487-9c847021f407" providerId="ADAL" clId="{0F6DE7C8-21E1-4685-BBC5-313C75EB2FBA}" dt="2026-09-28T16:25:33.651" v="1090" actId="478"/>
          <ac:cxnSpMkLst>
            <pc:docMk/>
            <pc:sldMk cId="424279747" sldId="275"/>
            <ac:cxnSpMk id="26" creationId="{DBED9B0B-1305-4C1F-08FE-80EDD8825E24}"/>
          </ac:cxnSpMkLst>
        </pc:cxnChg>
        <pc:cxnChg chg="mod">
          <ac:chgData name="강창범" userId="6a7447b3-2e50-499e-b487-9c847021f407" providerId="ADAL" clId="{0F6DE7C8-21E1-4685-BBC5-313C75EB2FBA}" dt="2026-09-28T16:26:21.162" v="1100" actId="14100"/>
          <ac:cxnSpMkLst>
            <pc:docMk/>
            <pc:sldMk cId="424279747" sldId="275"/>
            <ac:cxnSpMk id="37" creationId="{18A37F1D-46A4-CBE8-46C7-AF0F83D77586}"/>
          </ac:cxnSpMkLst>
        </pc:cxnChg>
        <pc:cxnChg chg="mod">
          <ac:chgData name="강창범" userId="6a7447b3-2e50-499e-b487-9c847021f407" providerId="ADAL" clId="{0F6DE7C8-21E1-4685-BBC5-313C75EB2FBA}" dt="2026-09-28T16:25:33.651" v="1090" actId="478"/>
          <ac:cxnSpMkLst>
            <pc:docMk/>
            <pc:sldMk cId="424279747" sldId="275"/>
            <ac:cxnSpMk id="47" creationId="{296335F6-D7D0-BB7E-F077-DE3D11B86B86}"/>
          </ac:cxnSpMkLst>
        </pc:cxnChg>
        <pc:cxnChg chg="mod">
          <ac:chgData name="강창범" userId="6a7447b3-2e50-499e-b487-9c847021f407" providerId="ADAL" clId="{0F6DE7C8-21E1-4685-BBC5-313C75EB2FBA}" dt="2026-09-28T16:25:33.651" v="1090" actId="478"/>
          <ac:cxnSpMkLst>
            <pc:docMk/>
            <pc:sldMk cId="424279747" sldId="275"/>
            <ac:cxnSpMk id="73" creationId="{3983EC9A-B1FF-AB00-05F1-77F43A881CB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5880E7C-2765-5064-04F3-9F716E31DC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89E1F7-622F-802E-7520-27CD187AE3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064B1-0E56-4DE1-9545-047ADD9BE06E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AAA5F4-F087-5E56-5EC7-937C83520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C6B4A1-8C09-B0F1-1AB6-3733E89CC6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A5222-A7FC-4582-B005-3C02D88114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3734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030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6E7E6-ABC6-E798-F44A-372D0BCC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C7538-BFA3-7761-3E00-A270DE6AD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89493-44E3-26B1-D257-EFA231584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31D39-CF89-9141-0B39-F02BCCCB8F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79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4C4AC-2FC3-60E8-4EE6-E4736016B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A07D3-20C9-7981-ABD5-33A399DD7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AB930-3DBC-4916-A0EA-37C636B76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FA0AD-64DD-88A6-6D56-F58E3166F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46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E766A-553D-87C6-B8E3-68ECBF13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15434-2DB0-B5A4-224A-2280004DA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097D0-BFC6-FA2B-EA58-D67DA1432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CF89E-3A63-5235-E7D8-B05F9F94E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37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F1538-0256-6730-CDC1-DB89209D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318D0-2B89-E608-4B34-8D562B508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A5045-E57E-3E8A-0FA9-D348C0A89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75DC7-AF5A-DF2E-0DEF-DBC2C8FC8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78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AE276-2D4A-9517-7924-3BFA030A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460CD-990C-5B26-B91C-CFEC351EC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49A77-A2E1-BCB3-44BB-B1AF3AD67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BBF4A-F0BA-25F4-2CFB-5BB946681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76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9C23-E2D9-110E-34D0-3412E072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171BB-9B2B-20F2-41ED-E5345910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3344D-E87C-75A8-ACB3-D08B6FFF5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D499A-8B5B-7591-045B-EDED85D5F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67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55CB-DAB8-3D92-1F24-071698E8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7B727-6179-8D6D-2633-EB170BF7D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07444-CE83-975E-5868-27291044D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759A3-6E14-8334-3D3F-0E0245F792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05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B7AF-660F-32A4-770A-E84B44CB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35BB8-63B0-940C-5CD1-996581B39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F8587-9A16-0896-4E23-48FCEFC62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07F68-D5A4-9D99-ABC5-55C3C2A2C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29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EE3C-8BE7-8272-B0FA-1FD84BCB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F9F97-EC71-E29D-EAE5-C9510A0A8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8697C-6385-3C8C-CE3D-36FB8C610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FD88C-588E-3DEA-B4C9-FF175ACA1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87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2E034-C11E-91A4-400D-DD73D78D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6928E-6880-E9CD-E9E2-6B58DC82B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63C07-1B7F-BD40-8294-63CF6B73F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636B7-9509-58A6-A850-964D2DD94E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44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871E4-4029-F72D-85ED-800179CB9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99E77-FB93-9EF6-7CA1-A4A46D474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EE1E2-1B66-4808-7379-F134560D2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E00B3-865D-3072-8F39-6DD443A69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22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D4CE3-F9F5-EADA-3179-40FE6A1D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F0BCA-B33D-9AE4-08C7-53A6DEB73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92EEE-234F-3496-6654-A5856E24B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9FDCC-C130-214C-1E5F-96874A084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33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6A43-01CD-3002-BC9A-82EEF04E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BC816-2A86-94DB-CA1D-424FBF7F5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757AA-36DD-D4FF-30ED-00F28AE4E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F2EDB-57AB-777A-2D5D-8FB154350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58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0EAA2-D6A9-A9C3-0A1B-9756C7F52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CFC524-1AA0-3D28-4BDF-5B1B06FEC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9169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9018226-6A86-D160-9098-0B95E86A6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656152-761E-AA35-B132-6BADA2CB64F6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4F6F964-49D7-A9EE-3249-9FCA1A0DCE6E}"/>
              </a:ext>
            </a:extLst>
          </p:cNvPr>
          <p:cNvSpPr txBox="1"/>
          <p:nvPr userDrawn="1"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목차</a:t>
            </a:r>
            <a:endParaRPr lang="en-US" sz="2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A70B1BD-3D1A-62F5-2761-9E343C26CC47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084748-D347-FC94-079E-E31D765AFF2D}"/>
              </a:ext>
            </a:extLst>
          </p:cNvPr>
          <p:cNvGrpSpPr/>
          <p:nvPr userDrawn="1"/>
        </p:nvGrpSpPr>
        <p:grpSpPr>
          <a:xfrm>
            <a:off x="3759170" y="1900548"/>
            <a:ext cx="6773544" cy="584775"/>
            <a:chOff x="3907406" y="1193629"/>
            <a:chExt cx="6773544" cy="58477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0657EA-D379-E237-FC2E-645BCFC51C58}"/>
                </a:ext>
              </a:extLst>
            </p:cNvPr>
            <p:cNvSpPr txBox="1"/>
            <p:nvPr/>
          </p:nvSpPr>
          <p:spPr>
            <a:xfrm>
              <a:off x="3992439" y="1193629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01</a:t>
              </a:r>
              <a:r>
                <a:rPr lang="en-US" sz="2400" b="1" dirty="0">
                  <a:latin typeface="+mn-ea"/>
                </a:rPr>
                <a:t>		</a:t>
              </a:r>
              <a:endParaRPr lang="en-US" sz="2000" b="1" dirty="0">
                <a:latin typeface="+mn-ea"/>
              </a:endParaRPr>
            </a:p>
          </p:txBody>
        </p:sp>
        <p:grpSp>
          <p:nvGrpSpPr>
            <p:cNvPr id="9" name="Group 20">
              <a:extLst>
                <a:ext uri="{FF2B5EF4-FFF2-40B4-BE49-F238E27FC236}">
                  <a16:creationId xmlns:a16="http://schemas.microsoft.com/office/drawing/2014/main" id="{E92C9D52-C39C-C361-66B6-6E1B5C07A8D2}"/>
                </a:ext>
              </a:extLst>
            </p:cNvPr>
            <p:cNvGrpSpPr/>
            <p:nvPr/>
          </p:nvGrpSpPr>
          <p:grpSpPr>
            <a:xfrm>
              <a:off x="3907406" y="1778404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10" name="Straight Connector 21">
                <a:extLst>
                  <a:ext uri="{FF2B5EF4-FFF2-40B4-BE49-F238E27FC236}">
                    <a16:creationId xmlns:a16="http://schemas.microsoft.com/office/drawing/2014/main" id="{90426389-D3E3-6504-DEE4-2EC3EA0421E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22">
                <a:extLst>
                  <a:ext uri="{FF2B5EF4-FFF2-40B4-BE49-F238E27FC236}">
                    <a16:creationId xmlns:a16="http://schemas.microsoft.com/office/drawing/2014/main" id="{B9B458ED-67DB-7EE8-7BD0-466CFCC0E91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9E46322-D8F3-AE11-5165-6D79061D30B0}"/>
              </a:ext>
            </a:extLst>
          </p:cNvPr>
          <p:cNvGrpSpPr/>
          <p:nvPr userDrawn="1"/>
        </p:nvGrpSpPr>
        <p:grpSpPr>
          <a:xfrm>
            <a:off x="3759170" y="2800937"/>
            <a:ext cx="6773544" cy="584775"/>
            <a:chOff x="3907406" y="2188040"/>
            <a:chExt cx="6773544" cy="5847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297216-6A47-92B0-8569-FCBF021C6568}"/>
                </a:ext>
              </a:extLst>
            </p:cNvPr>
            <p:cNvSpPr txBox="1"/>
            <p:nvPr/>
          </p:nvSpPr>
          <p:spPr>
            <a:xfrm>
              <a:off x="3992439" y="2188040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02</a:t>
              </a:r>
              <a:r>
                <a:rPr lang="en-US" sz="2400" b="1" dirty="0">
                  <a:latin typeface="+mn-ea"/>
                </a:rPr>
                <a:t>		</a:t>
              </a:r>
              <a:endParaRPr lang="en-US" altLang="ko-KR" sz="2000" b="1" dirty="0">
                <a:latin typeface="+mn-ea"/>
              </a:endParaRPr>
            </a:p>
          </p:txBody>
        </p:sp>
        <p:grpSp>
          <p:nvGrpSpPr>
            <p:cNvPr id="14" name="Group 20">
              <a:extLst>
                <a:ext uri="{FF2B5EF4-FFF2-40B4-BE49-F238E27FC236}">
                  <a16:creationId xmlns:a16="http://schemas.microsoft.com/office/drawing/2014/main" id="{EE62B5BA-4E5C-9F37-0B04-7193FAE0F443}"/>
                </a:ext>
              </a:extLst>
            </p:cNvPr>
            <p:cNvGrpSpPr/>
            <p:nvPr/>
          </p:nvGrpSpPr>
          <p:grpSpPr>
            <a:xfrm>
              <a:off x="3907406" y="277281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15" name="Straight Connector 21">
                <a:extLst>
                  <a:ext uri="{FF2B5EF4-FFF2-40B4-BE49-F238E27FC236}">
                    <a16:creationId xmlns:a16="http://schemas.microsoft.com/office/drawing/2014/main" id="{A19DA509-7CCD-1D4E-BC30-3F3C4FC894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22">
                <a:extLst>
                  <a:ext uri="{FF2B5EF4-FFF2-40B4-BE49-F238E27FC236}">
                    <a16:creationId xmlns:a16="http://schemas.microsoft.com/office/drawing/2014/main" id="{D0808B0B-90BD-619A-DFFF-77E4A0B6973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2E4FF8C-461A-B246-69A9-873F1EB6C2F7}"/>
              </a:ext>
            </a:extLst>
          </p:cNvPr>
          <p:cNvGrpSpPr/>
          <p:nvPr userDrawn="1"/>
        </p:nvGrpSpPr>
        <p:grpSpPr>
          <a:xfrm>
            <a:off x="3759170" y="3701326"/>
            <a:ext cx="6773544" cy="584775"/>
            <a:chOff x="3907406" y="3182450"/>
            <a:chExt cx="6773544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CF068F-E231-788B-98C2-546FD1502E33}"/>
                </a:ext>
              </a:extLst>
            </p:cNvPr>
            <p:cNvSpPr txBox="1"/>
            <p:nvPr/>
          </p:nvSpPr>
          <p:spPr>
            <a:xfrm>
              <a:off x="3992439" y="3182450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03</a:t>
              </a:r>
              <a:r>
                <a:rPr lang="en-US" sz="2400" b="1" dirty="0">
                  <a:latin typeface="+mn-ea"/>
                </a:rPr>
                <a:t>		</a:t>
              </a:r>
              <a:endParaRPr lang="en-US" altLang="ko-KR" sz="2400" b="1" dirty="0">
                <a:latin typeface="+mn-ea"/>
              </a:endParaRPr>
            </a:p>
          </p:txBody>
        </p:sp>
        <p:grpSp>
          <p:nvGrpSpPr>
            <p:cNvPr id="19" name="Group 20">
              <a:extLst>
                <a:ext uri="{FF2B5EF4-FFF2-40B4-BE49-F238E27FC236}">
                  <a16:creationId xmlns:a16="http://schemas.microsoft.com/office/drawing/2014/main" id="{6529A41D-EDCC-93D4-7B9D-D159FE5C05EC}"/>
                </a:ext>
              </a:extLst>
            </p:cNvPr>
            <p:cNvGrpSpPr/>
            <p:nvPr/>
          </p:nvGrpSpPr>
          <p:grpSpPr>
            <a:xfrm>
              <a:off x="3907406" y="376722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20" name="Straight Connector 21">
                <a:extLst>
                  <a:ext uri="{FF2B5EF4-FFF2-40B4-BE49-F238E27FC236}">
                    <a16:creationId xmlns:a16="http://schemas.microsoft.com/office/drawing/2014/main" id="{D2D947D0-9379-0187-AA37-79786BE2059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2">
                <a:extLst>
                  <a:ext uri="{FF2B5EF4-FFF2-40B4-BE49-F238E27FC236}">
                    <a16:creationId xmlns:a16="http://schemas.microsoft.com/office/drawing/2014/main" id="{8F963939-D349-50BB-2F34-A2AEBA133D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FCA32A5-EDDD-CA8B-B5DC-ED2F0705279B}"/>
              </a:ext>
            </a:extLst>
          </p:cNvPr>
          <p:cNvGrpSpPr/>
          <p:nvPr userDrawn="1"/>
        </p:nvGrpSpPr>
        <p:grpSpPr>
          <a:xfrm>
            <a:off x="3759170" y="4601715"/>
            <a:ext cx="6773544" cy="584775"/>
            <a:chOff x="3907406" y="3182450"/>
            <a:chExt cx="6773544" cy="58477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E9FD2D-81F3-B8C4-AD6F-CF8A2CE5FBBD}"/>
                </a:ext>
              </a:extLst>
            </p:cNvPr>
            <p:cNvSpPr txBox="1"/>
            <p:nvPr/>
          </p:nvSpPr>
          <p:spPr>
            <a:xfrm>
              <a:off x="3992439" y="3182450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04</a:t>
              </a:r>
              <a:r>
                <a:rPr lang="en-US" sz="2400" b="1" dirty="0">
                  <a:latin typeface="+mn-ea"/>
                </a:rPr>
                <a:t>		</a:t>
              </a:r>
            </a:p>
          </p:txBody>
        </p:sp>
        <p:grpSp>
          <p:nvGrpSpPr>
            <p:cNvPr id="24" name="Group 20">
              <a:extLst>
                <a:ext uri="{FF2B5EF4-FFF2-40B4-BE49-F238E27FC236}">
                  <a16:creationId xmlns:a16="http://schemas.microsoft.com/office/drawing/2014/main" id="{13553367-FF2B-8394-6911-AD0373C41217}"/>
                </a:ext>
              </a:extLst>
            </p:cNvPr>
            <p:cNvGrpSpPr/>
            <p:nvPr/>
          </p:nvGrpSpPr>
          <p:grpSpPr>
            <a:xfrm>
              <a:off x="3907406" y="376722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25" name="Straight Connector 21">
                <a:extLst>
                  <a:ext uri="{FF2B5EF4-FFF2-40B4-BE49-F238E27FC236}">
                    <a16:creationId xmlns:a16="http://schemas.microsoft.com/office/drawing/2014/main" id="{456040CE-DC4B-80C3-FA1A-9ED1E95A66B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2">
                <a:extLst>
                  <a:ext uri="{FF2B5EF4-FFF2-40B4-BE49-F238E27FC236}">
                    <a16:creationId xmlns:a16="http://schemas.microsoft.com/office/drawing/2014/main" id="{1260ED26-B65A-23A2-7800-7CB51BFC0A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2297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64D347A3-49C3-E9D3-5E99-352D3EAF0B2C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3DD5AFE-5F06-F905-2C51-93FE61DFEBFA}"/>
              </a:ext>
            </a:extLst>
          </p:cNvPr>
          <p:cNvSpPr txBox="1"/>
          <p:nvPr userDrawn="1"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목차</a:t>
            </a: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B68C7AB-D18A-7540-492D-FE1F3BA3C357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7386AD3-09F7-65BD-4909-56D55A35E95C}"/>
              </a:ext>
            </a:extLst>
          </p:cNvPr>
          <p:cNvGrpSpPr/>
          <p:nvPr userDrawn="1"/>
        </p:nvGrpSpPr>
        <p:grpSpPr>
          <a:xfrm>
            <a:off x="3759170" y="1900548"/>
            <a:ext cx="6773544" cy="584775"/>
            <a:chOff x="3907406" y="1193629"/>
            <a:chExt cx="6773544" cy="5847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7E0CBDB-C2F2-71A2-BE51-1E9D9FE51CB4}"/>
                </a:ext>
              </a:extLst>
            </p:cNvPr>
            <p:cNvSpPr txBox="1"/>
            <p:nvPr/>
          </p:nvSpPr>
          <p:spPr>
            <a:xfrm>
              <a:off x="3992439" y="1193629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01</a:t>
              </a:r>
              <a:r>
                <a:rPr lang="en-US" sz="2400" b="1" dirty="0">
                  <a:latin typeface="+mn-ea"/>
                </a:rPr>
                <a:t>		</a:t>
              </a:r>
              <a:endParaRPr lang="en-US" sz="2000" b="1" dirty="0">
                <a:latin typeface="+mn-ea"/>
              </a:endParaRPr>
            </a:p>
          </p:txBody>
        </p: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5CD4B37E-F831-5BA9-724A-8A9AD807D0F1}"/>
                </a:ext>
              </a:extLst>
            </p:cNvPr>
            <p:cNvGrpSpPr/>
            <p:nvPr/>
          </p:nvGrpSpPr>
          <p:grpSpPr>
            <a:xfrm>
              <a:off x="3907406" y="1778404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12" name="Straight Connector 21">
                <a:extLst>
                  <a:ext uri="{FF2B5EF4-FFF2-40B4-BE49-F238E27FC236}">
                    <a16:creationId xmlns:a16="http://schemas.microsoft.com/office/drawing/2014/main" id="{BD54D016-5A10-C7F6-313D-9FEE54786A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22">
                <a:extLst>
                  <a:ext uri="{FF2B5EF4-FFF2-40B4-BE49-F238E27FC236}">
                    <a16:creationId xmlns:a16="http://schemas.microsoft.com/office/drawing/2014/main" id="{FE473D70-30D5-7C46-DEEB-DB57DEFBCE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1628F95-5085-C776-B1B9-002035DCE1C0}"/>
              </a:ext>
            </a:extLst>
          </p:cNvPr>
          <p:cNvGrpSpPr/>
          <p:nvPr userDrawn="1"/>
        </p:nvGrpSpPr>
        <p:grpSpPr>
          <a:xfrm>
            <a:off x="3759170" y="2800937"/>
            <a:ext cx="6773544" cy="584775"/>
            <a:chOff x="3907406" y="2188040"/>
            <a:chExt cx="6773544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319433-C3FD-E63C-3D80-F358CF80A7F2}"/>
                </a:ext>
              </a:extLst>
            </p:cNvPr>
            <p:cNvSpPr txBox="1"/>
            <p:nvPr/>
          </p:nvSpPr>
          <p:spPr>
            <a:xfrm>
              <a:off x="3992439" y="2188040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02</a:t>
              </a:r>
              <a:r>
                <a:rPr lang="en-US" sz="2400" b="1" dirty="0">
                  <a:latin typeface="+mn-ea"/>
                </a:rPr>
                <a:t>		</a:t>
              </a:r>
              <a:endParaRPr lang="en-US" altLang="ko-KR" sz="2000" b="1" dirty="0">
                <a:latin typeface="+mn-ea"/>
              </a:endParaRPr>
            </a:p>
          </p:txBody>
        </p:sp>
        <p:grpSp>
          <p:nvGrpSpPr>
            <p:cNvPr id="17" name="Group 20">
              <a:extLst>
                <a:ext uri="{FF2B5EF4-FFF2-40B4-BE49-F238E27FC236}">
                  <a16:creationId xmlns:a16="http://schemas.microsoft.com/office/drawing/2014/main" id="{5714FDF0-479E-8287-4E26-EC1F01C0DE6A}"/>
                </a:ext>
              </a:extLst>
            </p:cNvPr>
            <p:cNvGrpSpPr/>
            <p:nvPr/>
          </p:nvGrpSpPr>
          <p:grpSpPr>
            <a:xfrm>
              <a:off x="3907406" y="277281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18" name="Straight Connector 21">
                <a:extLst>
                  <a:ext uri="{FF2B5EF4-FFF2-40B4-BE49-F238E27FC236}">
                    <a16:creationId xmlns:a16="http://schemas.microsoft.com/office/drawing/2014/main" id="{9B10A8A8-9B40-8615-3D65-BD0EA7CD81D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22">
                <a:extLst>
                  <a:ext uri="{FF2B5EF4-FFF2-40B4-BE49-F238E27FC236}">
                    <a16:creationId xmlns:a16="http://schemas.microsoft.com/office/drawing/2014/main" id="{410680D3-9C07-A161-9951-4D67F09429C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E0D63AC-553A-490E-0024-4E55F43E1B85}"/>
              </a:ext>
            </a:extLst>
          </p:cNvPr>
          <p:cNvGrpSpPr/>
          <p:nvPr userDrawn="1"/>
        </p:nvGrpSpPr>
        <p:grpSpPr>
          <a:xfrm>
            <a:off x="3759170" y="3701326"/>
            <a:ext cx="6773544" cy="584775"/>
            <a:chOff x="3907406" y="3182450"/>
            <a:chExt cx="6773544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854FE1-D37C-2C65-AAA5-AC6A5EC06A7E}"/>
                </a:ext>
              </a:extLst>
            </p:cNvPr>
            <p:cNvSpPr txBox="1"/>
            <p:nvPr/>
          </p:nvSpPr>
          <p:spPr>
            <a:xfrm>
              <a:off x="3992439" y="3182450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03</a:t>
              </a:r>
              <a:r>
                <a:rPr lang="en-US" sz="2400" b="1" dirty="0">
                  <a:latin typeface="+mn-ea"/>
                </a:rPr>
                <a:t>		</a:t>
              </a:r>
              <a:endParaRPr lang="en-US" altLang="ko-KR" sz="2400" b="1" dirty="0">
                <a:latin typeface="+mn-ea"/>
              </a:endParaRPr>
            </a:p>
          </p:txBody>
        </p:sp>
        <p:grpSp>
          <p:nvGrpSpPr>
            <p:cNvPr id="22" name="Group 20">
              <a:extLst>
                <a:ext uri="{FF2B5EF4-FFF2-40B4-BE49-F238E27FC236}">
                  <a16:creationId xmlns:a16="http://schemas.microsoft.com/office/drawing/2014/main" id="{EA17C85E-5EE4-290D-4819-97685C1B5C60}"/>
                </a:ext>
              </a:extLst>
            </p:cNvPr>
            <p:cNvGrpSpPr/>
            <p:nvPr/>
          </p:nvGrpSpPr>
          <p:grpSpPr>
            <a:xfrm>
              <a:off x="3907406" y="376722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23" name="Straight Connector 21">
                <a:extLst>
                  <a:ext uri="{FF2B5EF4-FFF2-40B4-BE49-F238E27FC236}">
                    <a16:creationId xmlns:a16="http://schemas.microsoft.com/office/drawing/2014/main" id="{0728D397-0A56-2AE8-597E-46C7BD626A2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2">
                <a:extLst>
                  <a:ext uri="{FF2B5EF4-FFF2-40B4-BE49-F238E27FC236}">
                    <a16:creationId xmlns:a16="http://schemas.microsoft.com/office/drawing/2014/main" id="{2E29FAF2-8DEA-EE2C-0BFD-9A139BE502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8F34B75-9008-0AB3-7340-4331565A582F}"/>
              </a:ext>
            </a:extLst>
          </p:cNvPr>
          <p:cNvGrpSpPr/>
          <p:nvPr userDrawn="1"/>
        </p:nvGrpSpPr>
        <p:grpSpPr>
          <a:xfrm>
            <a:off x="3759170" y="4601715"/>
            <a:ext cx="6773544" cy="584775"/>
            <a:chOff x="3907406" y="3182450"/>
            <a:chExt cx="6773544" cy="58477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A4B280-18D8-2C7C-D26D-7FBC6369CA4C}"/>
                </a:ext>
              </a:extLst>
            </p:cNvPr>
            <p:cNvSpPr txBox="1"/>
            <p:nvPr/>
          </p:nvSpPr>
          <p:spPr>
            <a:xfrm>
              <a:off x="3992439" y="3182450"/>
              <a:ext cx="2031325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04</a:t>
              </a:r>
              <a:r>
                <a:rPr lang="en-US" sz="2400" b="1" dirty="0">
                  <a:latin typeface="+mn-ea"/>
                </a:rPr>
                <a:t>		</a:t>
              </a:r>
            </a:p>
          </p:txBody>
        </p:sp>
        <p:grpSp>
          <p:nvGrpSpPr>
            <p:cNvPr id="27" name="Group 20">
              <a:extLst>
                <a:ext uri="{FF2B5EF4-FFF2-40B4-BE49-F238E27FC236}">
                  <a16:creationId xmlns:a16="http://schemas.microsoft.com/office/drawing/2014/main" id="{093D9FED-BA9B-967F-977F-FF62D12E30AB}"/>
                </a:ext>
              </a:extLst>
            </p:cNvPr>
            <p:cNvGrpSpPr/>
            <p:nvPr/>
          </p:nvGrpSpPr>
          <p:grpSpPr>
            <a:xfrm>
              <a:off x="3907406" y="376722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28" name="Straight Connector 21">
                <a:extLst>
                  <a:ext uri="{FF2B5EF4-FFF2-40B4-BE49-F238E27FC236}">
                    <a16:creationId xmlns:a16="http://schemas.microsoft.com/office/drawing/2014/main" id="{63F08F94-B402-714F-7C3B-AE5A096F40D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2">
                <a:extLst>
                  <a:ext uri="{FF2B5EF4-FFF2-40B4-BE49-F238E27FC236}">
                    <a16:creationId xmlns:a16="http://schemas.microsoft.com/office/drawing/2014/main" id="{7D375271-28E8-FBFE-65B6-2C05F8C018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08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A63A4-6D6A-6F7A-15B0-DE8F3A0E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54ED9C-8031-4FD4-BC95-0C1FF34F2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40CC0-29EC-6597-A32B-ECA8ADDE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65DF67-58F4-F17E-4C27-E3F0F5CD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4D347A3-49C3-E9D3-5E99-352D3EAF0B2C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818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64D347A3-49C3-E9D3-5E99-352D3EAF0B2C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3DD5AFE-5F06-F905-2C51-93FE61DFEBFA}"/>
              </a:ext>
            </a:extLst>
          </p:cNvPr>
          <p:cNvSpPr txBox="1"/>
          <p:nvPr userDrawn="1"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B68C7AB-D18A-7540-492D-FE1F3BA3C357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FCBA23-29BE-567E-519E-57CD57C26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334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91DEBE4-1BDE-770D-B819-8F80486C3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3B46C75-53DC-DDA1-067D-496E7986918C}"/>
              </a:ext>
            </a:extLst>
          </p:cNvPr>
          <p:cNvSpPr/>
          <p:nvPr userDrawn="1"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F5956E-A7F9-F5DF-3467-7353E63FE8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40" y="1298448"/>
            <a:ext cx="11091672" cy="526598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9013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87E97C-4F8B-A7B0-8127-E31EDE5560D7}"/>
              </a:ext>
            </a:extLst>
          </p:cNvPr>
          <p:cNvSpPr txBox="1"/>
          <p:nvPr userDrawn="1"/>
        </p:nvSpPr>
        <p:spPr>
          <a:xfrm>
            <a:off x="3298825" y="2844224"/>
            <a:ext cx="55943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0" b="1" dirty="0"/>
              <a:t>Thank you</a:t>
            </a:r>
            <a:endParaRPr lang="ko-KR" altLang="en-US" sz="70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CC8826-B3BA-DEE3-E1A6-493316B5167D}"/>
              </a:ext>
            </a:extLst>
          </p:cNvPr>
          <p:cNvSpPr/>
          <p:nvPr userDrawn="1"/>
        </p:nvSpPr>
        <p:spPr>
          <a:xfrm>
            <a:off x="0" y="4233333"/>
            <a:ext cx="12192000" cy="262466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5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93A145-197D-ED1C-9E1D-45ACED43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3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2D17F6-E285-DA4F-DE3F-26BDB1A83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61354C-F883-C32F-FBF6-899D72B0D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3688" y="6564433"/>
            <a:ext cx="728312" cy="277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6F252-E79B-4896-958A-BAE48D6F97CF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492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6" r:id="rId2"/>
    <p:sldLayoutId id="2147483664" r:id="rId3"/>
    <p:sldLayoutId id="2147483652" r:id="rId4"/>
    <p:sldLayoutId id="2147483663" r:id="rId5"/>
    <p:sldLayoutId id="2147483665" r:id="rId6"/>
    <p:sldLayoutId id="2147483662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290.png"/><Relationship Id="rId3" Type="http://schemas.openxmlformats.org/officeDocument/2006/relationships/image" Target="../media/image36.png"/><Relationship Id="rId7" Type="http://schemas.openxmlformats.org/officeDocument/2006/relationships/image" Target="../media/image80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11" Type="http://schemas.openxmlformats.org/officeDocument/2006/relationships/image" Target="../media/image270.png"/><Relationship Id="rId5" Type="http://schemas.openxmlformats.org/officeDocument/2006/relationships/image" Target="../media/image61.png"/><Relationship Id="rId10" Type="http://schemas.openxmlformats.org/officeDocument/2006/relationships/image" Target="../media/image38.png"/><Relationship Id="rId4" Type="http://schemas.openxmlformats.org/officeDocument/2006/relationships/image" Target="../media/image50.png"/><Relationship Id="rId9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36.png"/><Relationship Id="rId4" Type="http://schemas.openxmlformats.org/officeDocument/2006/relationships/image" Target="../media/image3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340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340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0"/>
            <a:ext cx="4370832" cy="4901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965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PROPORTIONAL NAVIGATION GUIDANCE  ·  1</a:t>
            </a:r>
            <a:r>
              <a:rPr lang="en-US" sz="1400" b="1" kern="0" spc="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4231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PN Guidance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429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차원 평면 교전 기하학으로부터의 수학적 유도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9B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가이던스 기법 팀별 발표  </a:t>
            </a:r>
            <a:r>
              <a:rPr lang="en-US" sz="1200" dirty="0">
                <a:solidFill>
                  <a:srgbClr val="8E9B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  Classical / Pure PN Law Derivation (Planar Engagement)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BC2CC-61FD-CD13-B24D-39622D8C8C6E}"/>
              </a:ext>
            </a:extLst>
          </p:cNvPr>
          <p:cNvSpPr txBox="1"/>
          <p:nvPr/>
        </p:nvSpPr>
        <p:spPr>
          <a:xfrm>
            <a:off x="822960" y="4225976"/>
            <a:ext cx="5217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김영권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항공시스템공학과 </a:t>
            </a:r>
            <a:r>
              <a:rPr lang="en-US" altLang="ko-KR" sz="1200" dirty="0">
                <a:solidFill>
                  <a:schemeClr val="bg1"/>
                </a:solidFill>
              </a:rPr>
              <a:t>202650029 </a:t>
            </a:r>
            <a:r>
              <a:rPr lang="ko-KR" altLang="en-US" sz="1200" dirty="0">
                <a:solidFill>
                  <a:schemeClr val="bg1"/>
                </a:solidFill>
              </a:rPr>
              <a:t>강창범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E517FEA-2B88-EBB6-DA0E-DF0FB9E4DF6E}"/>
              </a:ext>
            </a:extLst>
          </p:cNvPr>
          <p:cNvGrpSpPr/>
          <p:nvPr/>
        </p:nvGrpSpPr>
        <p:grpSpPr>
          <a:xfrm>
            <a:off x="3759170" y="1900548"/>
            <a:ext cx="6773544" cy="584775"/>
            <a:chOff x="3907406" y="1193629"/>
            <a:chExt cx="6773544" cy="5847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C27E2C-94EA-598E-2C17-F189E4D6A9CA}"/>
                </a:ext>
              </a:extLst>
            </p:cNvPr>
            <p:cNvSpPr txBox="1"/>
            <p:nvPr/>
          </p:nvSpPr>
          <p:spPr>
            <a:xfrm>
              <a:off x="3992439" y="1193629"/>
              <a:ext cx="5545108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01</a:t>
              </a:r>
              <a:r>
                <a:rPr lang="en-US" sz="2400" b="1" dirty="0">
                  <a:latin typeface="+mn-ea"/>
                </a:rPr>
                <a:t>		</a:t>
              </a:r>
              <a:r>
                <a:rPr lang="ko-KR" altLang="en-US" sz="2400" b="1" dirty="0">
                  <a:latin typeface="+mn-ea"/>
                </a:rPr>
                <a:t>고전 비례 항법 유도 기법</a:t>
              </a:r>
              <a:endParaRPr lang="en-US" sz="2000" b="1" dirty="0">
                <a:latin typeface="+mn-ea"/>
              </a:endParaRPr>
            </a:p>
          </p:txBody>
        </p: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1591C44E-BBF3-D87E-66AB-684EAAC41016}"/>
                </a:ext>
              </a:extLst>
            </p:cNvPr>
            <p:cNvGrpSpPr/>
            <p:nvPr/>
          </p:nvGrpSpPr>
          <p:grpSpPr>
            <a:xfrm>
              <a:off x="3907406" y="1778404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12" name="Straight Connector 21">
                <a:extLst>
                  <a:ext uri="{FF2B5EF4-FFF2-40B4-BE49-F238E27FC236}">
                    <a16:creationId xmlns:a16="http://schemas.microsoft.com/office/drawing/2014/main" id="{F17D35F0-D127-FC33-2B13-60C5033C99D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22">
                <a:extLst>
                  <a:ext uri="{FF2B5EF4-FFF2-40B4-BE49-F238E27FC236}">
                    <a16:creationId xmlns:a16="http://schemas.microsoft.com/office/drawing/2014/main" id="{FB1B4BBC-B174-9900-C026-7A65FAE974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A7EAE13-30D7-CB1F-0B17-C8656353946D}"/>
              </a:ext>
            </a:extLst>
          </p:cNvPr>
          <p:cNvGrpSpPr/>
          <p:nvPr/>
        </p:nvGrpSpPr>
        <p:grpSpPr>
          <a:xfrm>
            <a:off x="3759170" y="2800937"/>
            <a:ext cx="6773544" cy="584775"/>
            <a:chOff x="3907406" y="2188040"/>
            <a:chExt cx="6773544" cy="5847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1EFF191-77B6-9B98-EA7E-3DBA78B0EDAC}"/>
                </a:ext>
              </a:extLst>
            </p:cNvPr>
            <p:cNvSpPr txBox="1"/>
            <p:nvPr/>
          </p:nvSpPr>
          <p:spPr>
            <a:xfrm>
              <a:off x="3992439" y="2188040"/>
              <a:ext cx="5852884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02</a:t>
              </a:r>
              <a:r>
                <a:rPr lang="en-US" sz="2400" b="1" dirty="0">
                  <a:latin typeface="+mn-ea"/>
                </a:rPr>
                <a:t>		</a:t>
              </a:r>
              <a:r>
                <a:rPr lang="ko-KR" altLang="en-US" sz="2400" b="1" dirty="0">
                  <a:latin typeface="+mn-ea"/>
                </a:rPr>
                <a:t>파생된 비례 항법 유도 기법</a:t>
              </a:r>
              <a:endParaRPr lang="en-US" altLang="ko-KR" sz="2000" b="1" dirty="0">
                <a:latin typeface="+mn-ea"/>
              </a:endParaRPr>
            </a:p>
          </p:txBody>
        </p:sp>
        <p:grpSp>
          <p:nvGrpSpPr>
            <p:cNvPr id="16" name="Group 20">
              <a:extLst>
                <a:ext uri="{FF2B5EF4-FFF2-40B4-BE49-F238E27FC236}">
                  <a16:creationId xmlns:a16="http://schemas.microsoft.com/office/drawing/2014/main" id="{AC9D6C03-D4EF-FBF4-4E8D-7DF3F2D3F649}"/>
                </a:ext>
              </a:extLst>
            </p:cNvPr>
            <p:cNvGrpSpPr/>
            <p:nvPr/>
          </p:nvGrpSpPr>
          <p:grpSpPr>
            <a:xfrm>
              <a:off x="3907406" y="277281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17" name="Straight Connector 21">
                <a:extLst>
                  <a:ext uri="{FF2B5EF4-FFF2-40B4-BE49-F238E27FC236}">
                    <a16:creationId xmlns:a16="http://schemas.microsoft.com/office/drawing/2014/main" id="{B21D7EEF-2CA8-5322-E4FE-49C7986CB25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22">
                <a:extLst>
                  <a:ext uri="{FF2B5EF4-FFF2-40B4-BE49-F238E27FC236}">
                    <a16:creationId xmlns:a16="http://schemas.microsoft.com/office/drawing/2014/main" id="{404CA52C-21F1-70FA-197B-B943469AB65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3E3C3B7-A220-4DFC-D687-EF977205CD49}"/>
              </a:ext>
            </a:extLst>
          </p:cNvPr>
          <p:cNvGrpSpPr/>
          <p:nvPr/>
        </p:nvGrpSpPr>
        <p:grpSpPr>
          <a:xfrm>
            <a:off x="3759170" y="3701326"/>
            <a:ext cx="6773544" cy="584775"/>
            <a:chOff x="3907406" y="3182450"/>
            <a:chExt cx="6773544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8B1C2E-C6F0-315D-BAF4-9D877513D5B5}"/>
                </a:ext>
              </a:extLst>
            </p:cNvPr>
            <p:cNvSpPr txBox="1"/>
            <p:nvPr/>
          </p:nvSpPr>
          <p:spPr>
            <a:xfrm>
              <a:off x="3992439" y="3182450"/>
              <a:ext cx="4095993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03</a:t>
              </a:r>
              <a:r>
                <a:rPr lang="en-US" sz="2400" b="1" dirty="0">
                  <a:latin typeface="+mn-ea"/>
                </a:rPr>
                <a:t>		</a:t>
              </a:r>
              <a:r>
                <a:rPr lang="ko-KR" altLang="en-US" sz="2400" b="1" dirty="0">
                  <a:latin typeface="+mn-ea"/>
                </a:rPr>
                <a:t>선정 유도 기법</a:t>
              </a:r>
              <a:endParaRPr lang="en-US" altLang="ko-KR" sz="2400" b="1" dirty="0">
                <a:latin typeface="+mn-ea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2425721-C4E4-08AC-FAB9-ABC5348814E4}"/>
                </a:ext>
              </a:extLst>
            </p:cNvPr>
            <p:cNvGrpSpPr/>
            <p:nvPr/>
          </p:nvGrpSpPr>
          <p:grpSpPr>
            <a:xfrm>
              <a:off x="3907406" y="376722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CBCC977-E151-8C39-0EDC-9341CAE736C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B677657-8B31-B8B1-1154-D082A38C78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08C7950-260A-418E-8894-7794B7C73046}"/>
              </a:ext>
            </a:extLst>
          </p:cNvPr>
          <p:cNvGrpSpPr/>
          <p:nvPr/>
        </p:nvGrpSpPr>
        <p:grpSpPr>
          <a:xfrm>
            <a:off x="3759170" y="4601715"/>
            <a:ext cx="6773544" cy="584775"/>
            <a:chOff x="3907406" y="3182450"/>
            <a:chExt cx="6773544" cy="58477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873312-3154-5254-BB62-2D9B7F149F06}"/>
                </a:ext>
              </a:extLst>
            </p:cNvPr>
            <p:cNvSpPr txBox="1"/>
            <p:nvPr/>
          </p:nvSpPr>
          <p:spPr>
            <a:xfrm>
              <a:off x="3992439" y="3182450"/>
              <a:ext cx="3371436" cy="584775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r>
                <a:rPr lang="en-US" sz="3200" b="1" dirty="0">
                  <a:latin typeface="+mn-ea"/>
                </a:rPr>
                <a:t>04</a:t>
              </a:r>
              <a:r>
                <a:rPr lang="en-US" sz="2400" b="1" dirty="0">
                  <a:latin typeface="+mn-ea"/>
                </a:rPr>
                <a:t>		</a:t>
              </a:r>
              <a:r>
                <a:rPr lang="ko-KR" altLang="en-US" sz="2400" b="1" dirty="0">
                  <a:latin typeface="+mn-ea"/>
                </a:rPr>
                <a:t>추후 연구</a:t>
              </a:r>
              <a:endParaRPr lang="en-US" sz="2400" b="1" dirty="0">
                <a:latin typeface="+mn-ea"/>
              </a:endParaRPr>
            </a:p>
          </p:txBody>
        </p:sp>
        <p:grpSp>
          <p:nvGrpSpPr>
            <p:cNvPr id="26" name="Group 20">
              <a:extLst>
                <a:ext uri="{FF2B5EF4-FFF2-40B4-BE49-F238E27FC236}">
                  <a16:creationId xmlns:a16="http://schemas.microsoft.com/office/drawing/2014/main" id="{00C8E6CB-B522-98B3-F9D4-8582A00341B9}"/>
                </a:ext>
              </a:extLst>
            </p:cNvPr>
            <p:cNvGrpSpPr/>
            <p:nvPr/>
          </p:nvGrpSpPr>
          <p:grpSpPr>
            <a:xfrm>
              <a:off x="3907406" y="3767225"/>
              <a:ext cx="6773544" cy="0"/>
              <a:chOff x="6598071" y="561442"/>
              <a:chExt cx="4597124" cy="0"/>
            </a:xfrm>
            <a:noFill/>
          </p:grpSpPr>
          <p:cxnSp>
            <p:nvCxnSpPr>
              <p:cNvPr id="27" name="Straight Connector 21">
                <a:extLst>
                  <a:ext uri="{FF2B5EF4-FFF2-40B4-BE49-F238E27FC236}">
                    <a16:creationId xmlns:a16="http://schemas.microsoft.com/office/drawing/2014/main" id="{A6A55CEC-0969-CF73-89C7-CBA4B911DD9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707124" y="561442"/>
                <a:ext cx="4488071" cy="0"/>
              </a:xfrm>
              <a:prstGeom prst="line">
                <a:avLst/>
              </a:prstGeom>
              <a:grpFill/>
              <a:ln>
                <a:solidFill>
                  <a:srgbClr val="0F4C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2">
                <a:extLst>
                  <a:ext uri="{FF2B5EF4-FFF2-40B4-BE49-F238E27FC236}">
                    <a16:creationId xmlns:a16="http://schemas.microsoft.com/office/drawing/2014/main" id="{707B1762-B206-3383-C4C7-8D6F51674DE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598071" y="561442"/>
                <a:ext cx="585253" cy="0"/>
              </a:xfrm>
              <a:prstGeom prst="line">
                <a:avLst/>
              </a:prstGeom>
              <a:grpFill/>
              <a:ln w="53975">
                <a:gradFill flip="none" rotWithShape="1">
                  <a:gsLst>
                    <a:gs pos="0">
                      <a:srgbClr val="0F4C81"/>
                    </a:gs>
                    <a:gs pos="41000">
                      <a:srgbClr val="3E89CE"/>
                    </a:gs>
                    <a:gs pos="73000">
                      <a:srgbClr val="A6C9E8"/>
                    </a:gs>
                    <a:gs pos="100000">
                      <a:srgbClr val="C2DAF0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B09165-9368-D57C-E5DD-E3E1014DA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53CE-C997-02B8-A8FE-414D426F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475097-A619-1F0A-0551-0F052BA51BD3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C50624-5E22-4014-2EE0-11310618CE5E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2D </a:t>
            </a: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 교전 기하학 </a:t>
            </a: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(Planar Engagement Geometry)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36792F-68AF-B451-CBDF-2755FF027513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A41A464-07C5-5FFC-454D-C7EF64544EB8}"/>
              </a:ext>
            </a:extLst>
          </p:cNvPr>
          <p:cNvSpPr txBox="1"/>
          <p:nvPr/>
        </p:nvSpPr>
        <p:spPr>
          <a:xfrm>
            <a:off x="548640" y="196596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정의되는 변수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M, T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미사일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(M),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평면상 위치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(=R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 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미사일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간 거리 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(Range, Zarchan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</a:t>
            </a:r>
            <a:r>
              <a:rPr lang="en-US" sz="1400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</a:t>
            </a:r>
            <a:r>
              <a:rPr lang="en-US" sz="140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(lambda)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기준축 대비 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LOS(Line-of-Sight)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40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40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400" b="1" i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</a:t>
            </a:r>
            <a:r>
              <a:rPr lang="en-US" sz="140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40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40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40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40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400" b="1" i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</a:t>
            </a:r>
            <a:r>
              <a:rPr lang="en-US" sz="140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— </a:t>
            </a:r>
            <a:r>
              <a:rPr lang="en-US" sz="140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비행체의 속력과 비행경로각</a:t>
            </a:r>
            <a:r>
              <a:rPr lang="en-US" sz="14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(heading)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6DF741B-C486-D4E4-438F-3C2A70908FDD}"/>
              </a:ext>
            </a:extLst>
          </p:cNvPr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미사일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목표는 동일 평면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(2D)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내에서 운동하며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x-y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좌표계는 관성좌표계로 고정한다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14884C-4193-10C4-4D72-690169759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AF86D89-F22C-816B-6D2D-A7642543E26C}"/>
              </a:ext>
            </a:extLst>
          </p:cNvPr>
          <p:cNvGrpSpPr/>
          <p:nvPr/>
        </p:nvGrpSpPr>
        <p:grpSpPr>
          <a:xfrm>
            <a:off x="6400800" y="1600200"/>
            <a:ext cx="5257800" cy="4041648"/>
            <a:chOff x="6400800" y="1600200"/>
            <a:chExt cx="5257800" cy="4041648"/>
          </a:xfrm>
        </p:grpSpPr>
        <p:pic>
          <p:nvPicPr>
            <p:cNvPr id="5" name="Image 0" descr="img/diagram_geometry.png">
              <a:extLst>
                <a:ext uri="{FF2B5EF4-FFF2-40B4-BE49-F238E27FC236}">
                  <a16:creationId xmlns:a16="http://schemas.microsoft.com/office/drawing/2014/main" id="{7602F7EB-E3C9-602F-4777-D7DE1EC85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257800" cy="4041648"/>
            </a:xfrm>
            <a:prstGeom prst="rect">
              <a:avLst/>
            </a:prstGeom>
          </p:spPr>
        </p:pic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960A2F8-BFEE-3604-8814-A4CEB8CAF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4348" y="2214748"/>
              <a:ext cx="783771" cy="475013"/>
            </a:xfrm>
            <a:prstGeom prst="line">
              <a:avLst/>
            </a:prstGeom>
            <a:ln w="38100">
              <a:solidFill>
                <a:srgbClr val="1E27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879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1C755-558F-62BB-515D-5D27C95E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4DBFCD-FBF9-6464-24ED-9541B55189D0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운동학 유도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2932D363-D52B-1DB4-401F-83377DF0CBA8}"/>
                  </a:ext>
                </a:extLst>
              </p:cNvPr>
              <p:cNvSpPr txBox="1"/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위치 관계식의 미분 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— Ṗ </a:t>
                </a:r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와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의 도출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blipFill>
                <a:blip r:embed="rId3"/>
                <a:stretch>
                  <a:fillRect l="-1928" b="-2000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DCC5E52E-AC89-B4B7-DE16-30821EF6A1D0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4806C3-E785-A1AE-9857-850545D37FB7}"/>
              </a:ext>
            </a:extLst>
          </p:cNvPr>
          <p:cNvSpPr txBox="1"/>
          <p:nvPr/>
        </p:nvSpPr>
        <p:spPr>
          <a:xfrm>
            <a:off x="548640" y="14813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1. 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상대위치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상대속도 성분 정의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(Zarchan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TM = Target − Missile)</a:t>
            </a:r>
            <a:endParaRPr lang="en-US" sz="1400" dirty="0"/>
          </a:p>
        </p:txBody>
      </p:sp>
      <p:pic>
        <p:nvPicPr>
          <p:cNvPr id="6" name="Image 0" descr="img/eq_pos_z.png">
            <a:extLst>
              <a:ext uri="{FF2B5EF4-FFF2-40B4-BE49-F238E27FC236}">
                <a16:creationId xmlns:a16="http://schemas.microsoft.com/office/drawing/2014/main" id="{E65ABC85-9B51-23E3-A956-BDDE98EC7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46504"/>
            <a:ext cx="5310202" cy="384048"/>
          </a:xfrm>
          <a:prstGeom prst="rect">
            <a:avLst/>
          </a:prstGeom>
        </p:spPr>
      </p:pic>
      <p:pic>
        <p:nvPicPr>
          <p:cNvPr id="7" name="Image 1" descr="img/eq_vel_z.png">
            <a:extLst>
              <a:ext uri="{FF2B5EF4-FFF2-40B4-BE49-F238E27FC236}">
                <a16:creationId xmlns:a16="http://schemas.microsoft.com/office/drawing/2014/main" id="{301A178B-E529-9629-DBF4-5F4C6A0CB8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03704"/>
            <a:ext cx="5290507" cy="38404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AFF9E76-94B0-E16C-96F7-F679AB75FB3A}"/>
              </a:ext>
            </a:extLst>
          </p:cNvPr>
          <p:cNvSpPr txBox="1"/>
          <p:nvPr/>
        </p:nvSpPr>
        <p:spPr>
          <a:xfrm>
            <a:off x="548640" y="2816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2. 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 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λ의 정의</a:t>
            </a:r>
            <a:endParaRPr lang="en-US" sz="1400" dirty="0"/>
          </a:p>
        </p:txBody>
      </p:sp>
      <p:pic>
        <p:nvPicPr>
          <p:cNvPr id="9" name="Image 2" descr="img/eq_geom_z.png">
            <a:extLst>
              <a:ext uri="{FF2B5EF4-FFF2-40B4-BE49-F238E27FC236}">
                <a16:creationId xmlns:a16="http://schemas.microsoft.com/office/drawing/2014/main" id="{80737BA2-8CA0-8656-C099-461042AF1F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81528"/>
            <a:ext cx="3832079" cy="45720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457E100-646C-8AD5-4A46-43DC96409AF3}"/>
              </a:ext>
            </a:extLst>
          </p:cNvPr>
          <p:cNvSpPr txBox="1"/>
          <p:nvPr/>
        </p:nvSpPr>
        <p:spPr>
          <a:xfrm>
            <a:off x="548640" y="3794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3.  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 = 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TM1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²+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TM2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시간에 대해 미분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Range rate</a:t>
            </a:r>
            <a:endParaRPr lang="en-US" sz="1400" dirty="0"/>
          </a:p>
        </p:txBody>
      </p:sp>
      <p:pic>
        <p:nvPicPr>
          <p:cNvPr id="11" name="Image 3" descr="img/eq_rangerate_z.png">
            <a:extLst>
              <a:ext uri="{FF2B5EF4-FFF2-40B4-BE49-F238E27FC236}">
                <a16:creationId xmlns:a16="http://schemas.microsoft.com/office/drawing/2014/main" id="{51F14BA6-4CFE-8ECC-8B94-CBE4E17D6E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05656"/>
            <a:ext cx="2794616" cy="53035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61892438-DCBD-FD06-43AB-769D8ED97CAC}"/>
              </a:ext>
            </a:extLst>
          </p:cNvPr>
          <p:cNvSpPr txBox="1"/>
          <p:nvPr/>
        </p:nvSpPr>
        <p:spPr>
          <a:xfrm>
            <a:off x="548640" y="4892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4.  tan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TM2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TM1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미분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LOS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각속도</a:t>
            </a:r>
            <a:endParaRPr lang="en-US" sz="1400" dirty="0"/>
          </a:p>
        </p:txBody>
      </p:sp>
      <p:pic>
        <p:nvPicPr>
          <p:cNvPr id="13" name="Image 4" descr="img/eq_losrate_z.png">
            <a:extLst>
              <a:ext uri="{FF2B5EF4-FFF2-40B4-BE49-F238E27FC236}">
                <a16:creationId xmlns:a16="http://schemas.microsoft.com/office/drawing/2014/main" id="{2861A6D1-2F23-84E9-047C-D7C4C97887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184648"/>
            <a:ext cx="2447012" cy="56692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26DFC8AA-7FFB-1693-7961-3D1E8E64ED2C}"/>
              </a:ext>
            </a:extLst>
          </p:cNvPr>
          <p:cNvSpPr txBox="1"/>
          <p:nvPr/>
        </p:nvSpPr>
        <p:spPr>
          <a:xfrm>
            <a:off x="548640" y="610819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Ṙ</a:t>
            </a:r>
            <a:r>
              <a:rPr lang="en-US" sz="115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</a:t>
            </a:r>
            <a:r>
              <a:rPr lang="en-US" sz="11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1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두 물체가 가까워지는 속도</a:t>
            </a:r>
            <a:r>
              <a:rPr lang="en-US" sz="11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1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 는 </a:t>
            </a:r>
            <a:r>
              <a:rPr lang="en-US" sz="11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</a:t>
            </a:r>
            <a:r>
              <a:rPr lang="en-US" sz="115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회전하는 각속도이다</a:t>
            </a:r>
            <a:r>
              <a:rPr lang="en-US" sz="11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(cf. Zarchan, Tactical and Strategic Missile Guidance, Ch.2)</a:t>
            </a:r>
            <a:endParaRPr lang="en-US" sz="11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76B2ADCF-9ECB-EB98-A6EB-94E3EBE2661E}"/>
              </a:ext>
            </a:extLst>
          </p:cNvPr>
          <p:cNvSpPr/>
          <p:nvPr/>
        </p:nvSpPr>
        <p:spPr>
          <a:xfrm>
            <a:off x="7589520" y="1481328"/>
            <a:ext cx="4069080" cy="5138928"/>
          </a:xfrm>
          <a:prstGeom prst="roundRect">
            <a:avLst>
              <a:gd name="adj" fmla="val 1798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531399F-22D7-F01A-FF8F-3FD0CDF67F7A}"/>
              </a:ext>
            </a:extLst>
          </p:cNvPr>
          <p:cNvSpPr txBox="1"/>
          <p:nvPr/>
        </p:nvSpPr>
        <p:spPr>
          <a:xfrm>
            <a:off x="7818120" y="4526280"/>
            <a:ext cx="3611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위치벡터 표현 </a:t>
            </a:r>
            <a:r>
              <a:rPr lang="en-US" sz="140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(Zarchan </a:t>
            </a:r>
            <a:r>
              <a:rPr lang="en-US" sz="140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</a:t>
            </a:r>
            <a:r>
              <a:rPr lang="en-US" sz="140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
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</a:t>
            </a:r>
            <a:r>
              <a:rPr lang="en-US" sz="12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본 미사일</a:t>
            </a:r>
            <a:r>
              <a:rPr lang="en-US" sz="12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위치가 </a:t>
            </a:r>
            <a:r>
              <a:rPr lang="en-US" sz="12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25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M1</a:t>
            </a:r>
            <a:r>
              <a:rPr lang="en-US" sz="12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r>
              <a:rPr lang="en-US" sz="125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M2</a:t>
            </a:r>
            <a:r>
              <a:rPr lang="en-US" sz="12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), (</a:t>
            </a:r>
            <a:r>
              <a:rPr lang="en-US" sz="125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</a:t>
            </a:r>
            <a:r>
              <a:rPr lang="en-US" sz="12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r>
              <a:rPr lang="en-US" sz="125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T2</a:t>
            </a:r>
            <a:r>
              <a:rPr lang="en-US" sz="12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이고</a:t>
            </a:r>
            <a:r>
              <a:rPr lang="en-US" sz="12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상대위치 </a:t>
            </a:r>
            <a:r>
              <a:rPr lang="en-US" sz="125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</a:t>
            </a:r>
            <a:r>
              <a:rPr lang="en-US" sz="12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Target − Missile</a:t>
            </a:r>
            <a:r>
              <a:rPr lang="en-US" sz="12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두 축 성분이 </a:t>
            </a:r>
            <a:r>
              <a:rPr lang="en-US" sz="1250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TM1</a:t>
            </a:r>
            <a:r>
              <a:rPr lang="en-US" sz="12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50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50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TM2</a:t>
            </a:r>
            <a:r>
              <a:rPr lang="en-US" sz="12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</a:t>
            </a:r>
            <a:r>
              <a:rPr lang="en-US" sz="12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5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7730EEA-2D8E-4987-1BEE-972E373188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2389" y="1703066"/>
            <a:ext cx="4243342" cy="3060958"/>
          </a:xfrm>
          <a:prstGeom prst="rect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112968BB-C0EE-C74B-B359-B37AE8AC0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760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4DD5-323A-6002-954D-C46527D1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1AB628-FE8F-4675-F21D-783D46551BF5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성분 분해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8099E94E-ABA1-6061-6DD6-DA1E4FAD311B}"/>
                  </a:ext>
                </a:extLst>
              </p:cNvPr>
              <p:cNvSpPr txBox="1"/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헤딩각으로 표현한 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Ṗ,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— Closing Velocity</a:t>
                </a:r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와 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LOS Rate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blipFill>
                <a:blip r:embed="rId3"/>
                <a:stretch>
                  <a:fillRect l="-1928" b="-2000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F8ABC3C2-8884-03CA-3B05-DBF76A3DA761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4F42CB-84F2-36D4-3525-1414831501FC}"/>
              </a:ext>
            </a:extLst>
          </p:cNvPr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비행체의 속도벡터를 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방향각으로 분해하면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Step 3–4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결과는 다음과 같이 재구성된다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92539BC-9C7D-6344-C328-E9345BFE0EC6}"/>
              </a:ext>
            </a:extLst>
          </p:cNvPr>
          <p:cNvSpPr/>
          <p:nvPr/>
        </p:nvSpPr>
        <p:spPr>
          <a:xfrm>
            <a:off x="548640" y="2240280"/>
            <a:ext cx="6995160" cy="1417320"/>
          </a:xfrm>
          <a:prstGeom prst="roundRect">
            <a:avLst>
              <a:gd name="adj" fmla="val 5161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D36917-2A5A-ACAA-DE55-AABF8AFEF421}"/>
              </a:ext>
            </a:extLst>
          </p:cNvPr>
          <p:cNvSpPr txBox="1"/>
          <p:nvPr/>
        </p:nvSpPr>
        <p:spPr>
          <a:xfrm>
            <a:off x="822960" y="23957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Velocity  (LOS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 감소 속도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pic>
        <p:nvPicPr>
          <p:cNvPr id="9" name="Image 1" descr="img/eq_closing_z.png">
            <a:extLst>
              <a:ext uri="{FF2B5EF4-FFF2-40B4-BE49-F238E27FC236}">
                <a16:creationId xmlns:a16="http://schemas.microsoft.com/office/drawing/2014/main" id="{E0CFC600-7C32-B97C-6168-8E73D77DD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33936"/>
            <a:ext cx="6400800" cy="530593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53C2B795-84D1-622F-93F2-929DA3674408}"/>
              </a:ext>
            </a:extLst>
          </p:cNvPr>
          <p:cNvSpPr/>
          <p:nvPr/>
        </p:nvSpPr>
        <p:spPr>
          <a:xfrm>
            <a:off x="548640" y="3886200"/>
            <a:ext cx="6995160" cy="1417320"/>
          </a:xfrm>
          <a:prstGeom prst="roundRect">
            <a:avLst>
              <a:gd name="adj" fmla="val 5161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B929040-FA63-2715-1DD6-35DF4044D52C}"/>
              </a:ext>
            </a:extLst>
          </p:cNvPr>
          <p:cNvSpPr txBox="1"/>
          <p:nvPr/>
        </p:nvSpPr>
        <p:spPr>
          <a:xfrm>
            <a:off x="822960" y="404164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Rate  (LOS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 방향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시선각 회전 속도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pic>
        <p:nvPicPr>
          <p:cNvPr id="12" name="Image 2" descr="img/eq_losrate_form_z.png">
            <a:extLst>
              <a:ext uri="{FF2B5EF4-FFF2-40B4-BE49-F238E27FC236}">
                <a16:creationId xmlns:a16="http://schemas.microsoft.com/office/drawing/2014/main" id="{1911D345-E108-2F46-9863-7891CD4E2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858" y="4361688"/>
            <a:ext cx="5749004" cy="5669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8">
                <a:extLst>
                  <a:ext uri="{FF2B5EF4-FFF2-40B4-BE49-F238E27FC236}">
                    <a16:creationId xmlns:a16="http://schemas.microsoft.com/office/drawing/2014/main" id="{A90DB8F6-E749-5208-BD10-EC138D29AD51}"/>
                  </a:ext>
                </a:extLst>
              </p:cNvPr>
              <p:cNvSpPr txBox="1"/>
              <p:nvPr/>
            </p:nvSpPr>
            <p:spPr>
              <a:xfrm>
                <a:off x="548640" y="5532120"/>
                <a:ext cx="11064240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V</a:t>
                </a:r>
                <a:r>
                  <a:rPr lang="en-US" sz="1200" i="1" baseline="-40000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</a:t>
                </a:r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= -Ṙ</a:t>
                </a:r>
                <a:r>
                  <a:rPr lang="en-US" sz="1200" i="1" baseline="-40000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TM</a:t>
                </a:r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&gt; 0 </a:t>
                </a:r>
                <a:r>
                  <a:rPr lang="en-US" sz="1200" i="1" dirty="0">
                    <a:solidFill>
                      <a:srgbClr val="5B64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이면 접근</a:t>
                </a:r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(closing) </a:t>
                </a:r>
                <a:r>
                  <a:rPr lang="en-US" sz="1200" i="1" dirty="0">
                    <a:solidFill>
                      <a:srgbClr val="5B64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중이며</a:t>
                </a:r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i="1" dirty="0">
                            <a:solidFill>
                              <a:srgbClr val="5B6472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200" i="1" dirty="0">
                            <a:solidFill>
                              <a:srgbClr val="5B6472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 0 </a:t>
                </a:r>
                <a:r>
                  <a:rPr lang="en-US" sz="1200" i="1" dirty="0">
                    <a:solidFill>
                      <a:srgbClr val="5B64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은 시선각이 회전하지 않는 상태를 의미한다</a:t>
                </a:r>
                <a:r>
                  <a:rPr lang="en-US" sz="1200" i="1" dirty="0">
                    <a:solidFill>
                      <a:srgbClr val="5B6472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.</a:t>
                </a:r>
                <a:endParaRPr lang="en-US" sz="1200" dirty="0"/>
              </a:p>
            </p:txBody>
          </p:sp>
        </mc:Choice>
        <mc:Fallback xmlns="">
          <p:sp>
            <p:nvSpPr>
              <p:cNvPr id="13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532120"/>
                <a:ext cx="11064240" cy="822960"/>
              </a:xfrm>
              <a:prstGeom prst="rect">
                <a:avLst/>
              </a:prstGeom>
              <a:blipFill>
                <a:blip r:embed="rId7"/>
                <a:stretch>
                  <a:fillRect l="-826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6135B4B5-8AD3-10B2-CA0D-3A93AB87C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0B36BE-C029-C859-1A9D-4A9AA25AE83D}"/>
              </a:ext>
            </a:extLst>
          </p:cNvPr>
          <p:cNvGrpSpPr/>
          <p:nvPr/>
        </p:nvGrpSpPr>
        <p:grpSpPr>
          <a:xfrm>
            <a:off x="7818120" y="2148840"/>
            <a:ext cx="3840480" cy="2953512"/>
            <a:chOff x="7818120" y="2148840"/>
            <a:chExt cx="3840480" cy="2953512"/>
          </a:xfrm>
        </p:grpSpPr>
        <p:pic>
          <p:nvPicPr>
            <p:cNvPr id="6" name="Image 0" descr="img/diagram_geometry.png">
              <a:extLst>
                <a:ext uri="{FF2B5EF4-FFF2-40B4-BE49-F238E27FC236}">
                  <a16:creationId xmlns:a16="http://schemas.microsoft.com/office/drawing/2014/main" id="{406C87C9-FDBA-A62D-1D96-07A3B6C28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18120" y="2148840"/>
              <a:ext cx="3840480" cy="2953512"/>
            </a:xfrm>
            <a:prstGeom prst="rect">
              <a:avLst/>
            </a:prstGeom>
          </p:spPr>
        </p:pic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7C99D47-6AA2-CC67-7C0F-F00B46D50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1231" y="2480508"/>
              <a:ext cx="783771" cy="475013"/>
            </a:xfrm>
            <a:prstGeom prst="line">
              <a:avLst/>
            </a:prstGeom>
            <a:ln w="28575">
              <a:solidFill>
                <a:srgbClr val="1E27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217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151F8-B752-E650-39A7-54812DD9E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C64C2B-E935-4B6D-2A5F-CF08E1EFB539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충돌조건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81EFD47D-5A37-3039-3588-1F83D70134B9}"/>
                  </a:ext>
                </a:extLst>
              </p:cNvPr>
              <p:cNvSpPr txBox="1"/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충돌 코스의 조건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 0  —  </a:t>
                </a:r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충돌 코스와 충돌 삼각형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blipFill>
                <a:blip r:embed="rId3"/>
                <a:stretch>
                  <a:fillRect l="-1928" b="-2000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F680FD44-8195-B05E-CCF9-F84FED4493A1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diagram_collision.png">
            <a:extLst>
              <a:ext uri="{FF2B5EF4-FFF2-40B4-BE49-F238E27FC236}">
                <a16:creationId xmlns:a16="http://schemas.microsoft.com/office/drawing/2014/main" id="{8DB579D0-2865-2AA3-E3AD-4FFFAFB6A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268" y="1417320"/>
            <a:ext cx="3186584" cy="196596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BD95C37-1B68-55C3-7DE4-7131066B0807}"/>
              </a:ext>
            </a:extLst>
          </p:cNvPr>
          <p:cNvSpPr txBox="1"/>
          <p:nvPr/>
        </p:nvSpPr>
        <p:spPr>
          <a:xfrm>
            <a:off x="502920" y="34015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CBDR (Constant Bearing, Decreasing Range) —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시점에서 본 형상적 조건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53346A4D-CF1B-1602-7B23-BDC34E7E5CC1}"/>
                  </a:ext>
                </a:extLst>
              </p:cNvPr>
              <p:cNvSpPr txBox="1"/>
              <p:nvPr/>
            </p:nvSpPr>
            <p:spPr>
              <a:xfrm>
                <a:off x="6400800" y="1417320"/>
                <a:ext cx="5257800" cy="2011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Constant Bearing, Decreasing Range (CBDR)
</a:t>
                </a:r>
                <a:endParaRPr lang="en-US" sz="1350" dirty="0"/>
              </a:p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350" b="1" i="0" dirty="0">
                            <a:solidFill>
                              <a:srgbClr val="C97A1E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350" b="1" i="0" dirty="0">
                            <a:solidFill>
                              <a:srgbClr val="C97A1E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1350" b="1" dirty="0">
                    <a:solidFill>
                      <a:srgbClr val="C97A1E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= 0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 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이면 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LOS 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방향이 관성공간에서 고정되고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R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만 단조 감소한다 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— 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이를 </a:t>
                </a:r>
                <a:endParaRPr lang="en-US" sz="135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50" b="1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충돌 코스</a:t>
                </a:r>
                <a:r>
                  <a:rPr lang="en-US" sz="1350" b="1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(Collision Course)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 있다고 한다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.</a:t>
                </a:r>
                <a:endParaRPr lang="en-US" sz="1350" dirty="0"/>
              </a:p>
            </p:txBody>
          </p:sp>
        </mc:Choice>
        <mc:Fallback xmlns="">
          <p:sp>
            <p:nvSpPr>
              <p:cNvPr id="7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417320"/>
                <a:ext cx="5257800" cy="2011680"/>
              </a:xfrm>
              <a:prstGeom prst="rect">
                <a:avLst/>
              </a:prstGeom>
              <a:blipFill>
                <a:blip r:embed="rId5"/>
                <a:stretch>
                  <a:fillRect l="-2086" t="-909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5">
            <a:extLst>
              <a:ext uri="{FF2B5EF4-FFF2-40B4-BE49-F238E27FC236}">
                <a16:creationId xmlns:a16="http://schemas.microsoft.com/office/drawing/2014/main" id="{C0F9C0DD-700A-04FF-E75F-FB108979D207}"/>
              </a:ext>
            </a:extLst>
          </p:cNvPr>
          <p:cNvSpPr/>
          <p:nvPr/>
        </p:nvSpPr>
        <p:spPr>
          <a:xfrm>
            <a:off x="6400800" y="3200400"/>
            <a:ext cx="5257800" cy="566928"/>
          </a:xfrm>
          <a:prstGeom prst="roundRect">
            <a:avLst>
              <a:gd name="adj" fmla="val 9677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19A6839-3C15-9978-245D-258BD19D60F4}"/>
              </a:ext>
            </a:extLst>
          </p:cNvPr>
          <p:cNvSpPr txBox="1"/>
          <p:nvPr/>
        </p:nvSpPr>
        <p:spPr>
          <a:xfrm>
            <a:off x="6547104" y="3255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</a:t>
            </a:r>
            <a:r>
              <a:rPr lang="en-US" sz="120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</a:t>
            </a:r>
            <a:r>
              <a:rPr lang="en-US" sz="120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  <a:r>
              <a:rPr lang="en-US" sz="1200" b="1" i="1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200" b="1" i="1" baseline="-400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2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0 (</a:t>
            </a:r>
            <a:r>
              <a:rPr lang="en-US" sz="12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중</a:t>
            </a:r>
            <a:r>
              <a:rPr lang="en-US" sz="12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2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유지되어야 유한 시간 내 요격이 보장된다</a:t>
            </a:r>
            <a:r>
              <a:rPr lang="en-US" sz="12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  <a:r>
              <a:rPr lang="en-US" sz="12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그렇지 않으면 방향만 일정하고 만나지 않을 수 있다</a:t>
            </a:r>
            <a:r>
              <a:rPr lang="en-US" sz="12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F852C1A-58B0-F0CD-65F5-D9F7F6067B50}"/>
              </a:ext>
            </a:extLst>
          </p:cNvPr>
          <p:cNvSpPr/>
          <p:nvPr/>
        </p:nvSpPr>
        <p:spPr>
          <a:xfrm>
            <a:off x="502920" y="3794760"/>
            <a:ext cx="11137392" cy="0"/>
          </a:xfrm>
          <a:prstGeom prst="line">
            <a:avLst/>
          </a:prstGeom>
          <a:noFill/>
          <a:ln w="15240">
            <a:solidFill>
              <a:srgbClr val="EDEFF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img/diagram_veltri.png">
            <a:extLst>
              <a:ext uri="{FF2B5EF4-FFF2-40B4-BE49-F238E27FC236}">
                <a16:creationId xmlns:a16="http://schemas.microsoft.com/office/drawing/2014/main" id="{AC785DF1-242A-5848-F24D-A9755A176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168" y="3977640"/>
            <a:ext cx="4146785" cy="187452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B2236E46-1B9A-2976-95E1-4BBF5A4CD1FA}"/>
              </a:ext>
            </a:extLst>
          </p:cNvPr>
          <p:cNvSpPr txBox="1"/>
          <p:nvPr/>
        </p:nvSpPr>
        <p:spPr>
          <a:xfrm>
            <a:off x="502920" y="59253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 삼각형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(Velocity / Collision Triangle) —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순간의 속도 조건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9">
                <a:extLst>
                  <a:ext uri="{FF2B5EF4-FFF2-40B4-BE49-F238E27FC236}">
                    <a16:creationId xmlns:a16="http://schemas.microsoft.com/office/drawing/2014/main" id="{F9950382-5A9E-0DA9-0215-DAFA69AFCB98}"/>
                  </a:ext>
                </a:extLst>
              </p:cNvPr>
              <p:cNvSpPr txBox="1"/>
              <p:nvPr/>
            </p:nvSpPr>
            <p:spPr>
              <a:xfrm>
                <a:off x="6400800" y="3977640"/>
                <a:ext cx="5257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2000"/>
                  </a:lnSpc>
                </a:pP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LOS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 수직인 속도 성분이 서로 </a:t>
                </a:r>
                <a:r>
                  <a:rPr lang="en-US" sz="1350" dirty="0" err="1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같아야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350" i="0" dirty="0">
                            <a:solidFill>
                              <a:srgbClr val="20242C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350" i="0" dirty="0">
                            <a:solidFill>
                              <a:srgbClr val="20242C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 0 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이 성립한다 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진짜 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'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충돌 삼각형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'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은 이 벡터 관계를 말한다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):</a:t>
                </a:r>
                <a:endParaRPr lang="en-US" sz="1350" dirty="0"/>
              </a:p>
            </p:txBody>
          </p:sp>
        </mc:Choice>
        <mc:Fallback xmlns="">
          <p:sp>
            <p:nvSpPr>
              <p:cNvPr id="13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977640"/>
                <a:ext cx="5257800" cy="594360"/>
              </a:xfrm>
              <a:prstGeom prst="rect">
                <a:avLst/>
              </a:prstGeom>
              <a:blipFill>
                <a:blip r:embed="rId7"/>
                <a:stretch>
                  <a:fillRect l="-1970" b="-10309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0">
            <a:extLst>
              <a:ext uri="{FF2B5EF4-FFF2-40B4-BE49-F238E27FC236}">
                <a16:creationId xmlns:a16="http://schemas.microsoft.com/office/drawing/2014/main" id="{03E44B69-9B6A-DA6F-D13A-13DF3CD58BE5}"/>
              </a:ext>
            </a:extLst>
          </p:cNvPr>
          <p:cNvSpPr/>
          <p:nvPr/>
        </p:nvSpPr>
        <p:spPr>
          <a:xfrm>
            <a:off x="640080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CEF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mg/eq_collision.png">
            <a:extLst>
              <a:ext uri="{FF2B5EF4-FFF2-40B4-BE49-F238E27FC236}">
                <a16:creationId xmlns:a16="http://schemas.microsoft.com/office/drawing/2014/main" id="{CFFED940-1830-2665-2852-A57DB830D1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969943"/>
            <a:ext cx="4892040" cy="447699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9FA24B1E-4DDF-0D9C-BCA0-6F3B04005AA3}"/>
              </a:ext>
            </a:extLst>
          </p:cNvPr>
          <p:cNvSpPr txBox="1"/>
          <p:nvPr/>
        </p:nvSpPr>
        <p:spPr>
          <a:xfrm>
            <a:off x="6400800" y="58338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PN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유도법칙의 목표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구동해 충돌 코스를 강제로 형성시키는 것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V</a:t>
            </a:r>
            <a:r>
              <a:rPr lang="en-US" sz="120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0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유지가 전제된다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D8A04C1B-A919-DDD0-C8B2-9948320ECE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590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E582-C2C2-851C-E75C-9C70DA79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7DA6CD-592E-C739-B62D-218810A6931B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선회 가속도의 유도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A36269-7706-5A40-F6FB-751D93EB0236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선회 가속도 </a:t>
            </a:r>
            <a:r>
              <a:rPr lang="en-US" sz="28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28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28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28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2800" b="1" i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γ̇</a:t>
            </a:r>
            <a:r>
              <a:rPr lang="en-US" sz="28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</a:t>
            </a: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속도벡터를 미분하면 나온다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9DCD82-2403-9141-89BA-F8EF2ED09769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85ABB6-F510-8161-6FFA-99DAE3C6DB2B}"/>
              </a:ext>
            </a:extLst>
          </p:cNvPr>
          <p:cNvSpPr txBox="1"/>
          <p:nvPr/>
        </p:nvSpPr>
        <p:spPr>
          <a:xfrm>
            <a:off x="548640" y="14630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미사일의 속도벡터를 </a:t>
            </a:r>
            <a:r>
              <a:rPr lang="en-US" sz="1350" b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</a:t>
            </a:r>
            <a:r>
              <a:rPr lang="en-US" sz="13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50" b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속력</a:t>
            </a:r>
            <a:r>
              <a:rPr lang="en-US" sz="13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r>
              <a:rPr lang="en-US" sz="1350" b="1" i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35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r>
              <a:rPr lang="en-US" sz="1350" b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r>
              <a:rPr lang="en-US" sz="13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50" b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헤딩각</a:t>
            </a:r>
            <a:r>
              <a:rPr lang="en-US" sz="1350" b="1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r>
              <a:rPr lang="en-US" sz="1350" b="1" i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</a:t>
            </a:r>
            <a:r>
              <a:rPr lang="en-US" sz="1350" b="1" i="1" baseline="-4000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분해해서 쓰면</a:t>
            </a:r>
            <a:endParaRPr lang="en-US" sz="1350" dirty="0"/>
          </a:p>
        </p:txBody>
      </p:sp>
      <p:pic>
        <p:nvPicPr>
          <p:cNvPr id="6" name="Image 0" descr="img/eq_vel_vec.png">
            <a:extLst>
              <a:ext uri="{FF2B5EF4-FFF2-40B4-BE49-F238E27FC236}">
                <a16:creationId xmlns:a16="http://schemas.microsoft.com/office/drawing/2014/main" id="{3C2D9C71-F230-F930-6EB4-B875180D8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090" y="1805940"/>
            <a:ext cx="3807020" cy="5029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0DB7FAE-B0D4-513B-A81D-F2E57F2DE183}"/>
              </a:ext>
            </a:extLst>
          </p:cNvPr>
          <p:cNvSpPr txBox="1"/>
          <p:nvPr/>
        </p:nvSpPr>
        <p:spPr>
          <a:xfrm>
            <a:off x="548640" y="26060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시간으로 미분하면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곱미분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),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가속도는 자동으로 두 방향 성분으로 갈라진다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1350" dirty="0"/>
          </a:p>
        </p:txBody>
      </p:sp>
      <p:pic>
        <p:nvPicPr>
          <p:cNvPr id="8" name="Image 1" descr="img/eq_acc_decomp.png">
            <a:extLst>
              <a:ext uri="{FF2B5EF4-FFF2-40B4-BE49-F238E27FC236}">
                <a16:creationId xmlns:a16="http://schemas.microsoft.com/office/drawing/2014/main" id="{EA53B6A5-022C-E3B7-FA3F-1F67BCBA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078" y="2971800"/>
            <a:ext cx="3459045" cy="54864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460D79FF-CC10-756F-E371-0A0F26169BF8}"/>
              </a:ext>
            </a:extLst>
          </p:cNvPr>
          <p:cNvSpPr txBox="1"/>
          <p:nvPr/>
        </p:nvSpPr>
        <p:spPr>
          <a:xfrm>
            <a:off x="548640" y="38404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35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̂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접선방향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속도벡터 방향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성분은 </a:t>
            </a:r>
            <a:r>
              <a:rPr lang="en-US" sz="1350" b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속력이 변하는 정도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5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35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̂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법선방향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속도벡터에 수직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성분은 </a:t>
            </a:r>
            <a:r>
              <a:rPr lang="en-US" sz="1350" b="1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방향만 바뀌는 정도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</a:t>
            </a:r>
            <a:r>
              <a:rPr lang="en-US" sz="1350" dirty="0">
                <a:solidFill>
                  <a:srgbClr val="202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선회가속도다</a:t>
            </a:r>
            <a:r>
              <a:rPr lang="en-US" sz="1350" dirty="0">
                <a:solidFill>
                  <a:srgbClr val="2024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4D39151-D41E-21F7-C480-B5AFB48DABF2}"/>
              </a:ext>
            </a:extLst>
          </p:cNvPr>
          <p:cNvSpPr/>
          <p:nvPr/>
        </p:nvSpPr>
        <p:spPr>
          <a:xfrm>
            <a:off x="548640" y="4526280"/>
            <a:ext cx="7040880" cy="1737360"/>
          </a:xfrm>
          <a:prstGeom prst="roundRect">
            <a:avLst>
              <a:gd name="adj" fmla="val 4211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3190F2A-44D0-F406-080A-B84B120FDE14}"/>
              </a:ext>
            </a:extLst>
          </p:cNvPr>
          <p:cNvSpPr txBox="1"/>
          <p:nvPr/>
        </p:nvSpPr>
        <p:spPr>
          <a:xfrm>
            <a:off x="777240" y="46817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</a:t>
            </a:r>
            <a:r>
              <a:rPr lang="en-US" sz="13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  <a:r>
              <a:rPr lang="en-US" sz="1300" b="1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등속 선회</a:t>
            </a:r>
            <a:r>
              <a:rPr lang="en-US" sz="1300" b="1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(constant-speed turn)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오토파일럿이 속력은 그대로 두고 방향만 조종한다고 본다 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접선 성분 소거</a:t>
            </a:r>
            <a:endParaRPr lang="en-US" sz="1300" dirty="0"/>
          </a:p>
        </p:txBody>
      </p:sp>
      <p:pic>
        <p:nvPicPr>
          <p:cNvPr id="12" name="Image 2" descr="img/eq_const_speed.png">
            <a:extLst>
              <a:ext uri="{FF2B5EF4-FFF2-40B4-BE49-F238E27FC236}">
                <a16:creationId xmlns:a16="http://schemas.microsoft.com/office/drawing/2014/main" id="{9F4F4411-D0A5-8102-7CDC-B36A9A554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033" y="5372100"/>
            <a:ext cx="3230094" cy="50292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3E016348-3AA4-B3F1-33AE-E2D2C947681D}"/>
              </a:ext>
            </a:extLst>
          </p:cNvPr>
          <p:cNvSpPr txBox="1"/>
          <p:nvPr/>
        </p:nvSpPr>
        <p:spPr>
          <a:xfrm>
            <a:off x="777240" y="59893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r>
              <a:rPr lang="en-US" sz="1200" i="1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원운동의 구심가속도</a:t>
            </a:r>
            <a:r>
              <a:rPr lang="en-US" sz="1200" i="1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(a=V²/R = V·</a:t>
            </a:r>
            <a:r>
              <a:rPr lang="en-US" sz="1200" i="1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γ̇</a:t>
            </a:r>
            <a:r>
              <a:rPr lang="en-US" sz="1200" i="1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200" i="1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같은 식이다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D1FFABC-923C-DC51-B741-A8D4E0C3FBAC}"/>
              </a:ext>
            </a:extLst>
          </p:cNvPr>
          <p:cNvSpPr txBox="1"/>
          <p:nvPr/>
        </p:nvSpPr>
        <p:spPr>
          <a:xfrm>
            <a:off x="7863840" y="5029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20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고정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방향만 γ̇</a:t>
            </a:r>
            <a:r>
              <a:rPr lang="en-US" sz="120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회전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a</a:t>
            </a:r>
            <a:r>
              <a:rPr lang="en-US" sz="120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항상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20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수직</a:t>
            </a:r>
            <a:endParaRPr 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026E29-E479-D242-860B-1D7F97348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1784405"/>
            <a:ext cx="4151906" cy="3901828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F8BEB209-7995-6D1B-98F3-4D5606D67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66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33FB-3838-2893-8EF4-29605C06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617341-4136-4A0C-6DC3-6426CE9C5F03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유도법칙 구성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2A4B09C0-899F-1299-519B-3DEA102E5EEF}"/>
                  </a:ext>
                </a:extLst>
              </p:cNvPr>
              <p:cNvSpPr txBox="1"/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순수 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PN </a:t>
                </a:r>
                <a:r>
                  <a:rPr lang="en-US" sz="2800" b="1" i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a</a:t>
                </a:r>
                <a:r>
                  <a:rPr lang="en-US" sz="2800" b="1" i="1" baseline="-40000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</a:t>
                </a:r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= </a:t>
                </a:r>
                <a:r>
                  <a:rPr lang="en-US" sz="2800" b="1" dirty="0" err="1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N</a:t>
                </a:r>
                <a:r>
                  <a:rPr lang="en-US" sz="2800" b="1" i="1" dirty="0" err="1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V</a:t>
                </a:r>
                <a:r>
                  <a:rPr lang="en-US" sz="2800" b="1" i="1" baseline="-40000" dirty="0" err="1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28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28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— </a:t>
                </a:r>
                <a:r>
                  <a:rPr lang="en-US" sz="28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비례 설계를 대입하면 나온다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621792"/>
                <a:ext cx="11064240" cy="640080"/>
              </a:xfrm>
              <a:prstGeom prst="rect">
                <a:avLst/>
              </a:prstGeom>
              <a:blipFill>
                <a:blip r:embed="rId3"/>
                <a:stretch>
                  <a:fillRect l="-1928" b="-25714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>
            <a:extLst>
              <a:ext uri="{FF2B5EF4-FFF2-40B4-BE49-F238E27FC236}">
                <a16:creationId xmlns:a16="http://schemas.microsoft.com/office/drawing/2014/main" id="{DF0F8EDC-2FCD-E19C-A161-9FA074C5F3F9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33C203-9889-B6D8-01F0-56FC74A9BEB6}"/>
              </a:ext>
            </a:extLst>
          </p:cNvPr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6. 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선회율을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회전율에 비례시키도록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이렇게 하는지는 다음 페이지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(ZEM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검증</a:t>
            </a:r>
            <a:endParaRPr lang="en-US" sz="1400" dirty="0"/>
          </a:p>
        </p:txBody>
      </p:sp>
      <p:pic>
        <p:nvPicPr>
          <p:cNvPr id="6" name="Image 0" descr="img/eq_pn_postulate.png">
            <a:extLst>
              <a:ext uri="{FF2B5EF4-FFF2-40B4-BE49-F238E27FC236}">
                <a16:creationId xmlns:a16="http://schemas.microsoft.com/office/drawing/2014/main" id="{C614CA9A-2B18-66B3-53AC-D3FBE7CFA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890" y="1874520"/>
            <a:ext cx="1855259" cy="7315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D9C34C6A-78C2-6193-A326-F9D315274FC4}"/>
              </a:ext>
            </a:extLst>
          </p:cNvPr>
          <p:cNvSpPr txBox="1"/>
          <p:nvPr/>
        </p:nvSpPr>
        <p:spPr>
          <a:xfrm>
            <a:off x="4754880" y="19659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— </a:t>
            </a:r>
            <a:r>
              <a:rPr lang="en-US" sz="13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항법비 </a:t>
            </a:r>
            <a:r>
              <a:rPr lang="en-US" sz="13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(Navigation Ratio), </a:t>
            </a:r>
            <a:r>
              <a:rPr lang="en-US" sz="13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무차원 설계 게인 </a:t>
            </a:r>
            <a:r>
              <a:rPr lang="en-US" sz="13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50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통상 </a:t>
            </a:r>
            <a:r>
              <a:rPr lang="en-US" sz="13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≈ 3–5)</a:t>
            </a:r>
            <a:endParaRPr lang="en-US" sz="13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F1B11C8-4EFB-7EF0-A6FB-C705B4E011DE}"/>
              </a:ext>
            </a:extLst>
          </p:cNvPr>
          <p:cNvSpPr/>
          <p:nvPr/>
        </p:nvSpPr>
        <p:spPr>
          <a:xfrm>
            <a:off x="548640" y="2880360"/>
            <a:ext cx="11091672" cy="0"/>
          </a:xfrm>
          <a:prstGeom prst="line">
            <a:avLst/>
          </a:prstGeom>
          <a:noFill/>
          <a:ln w="15240">
            <a:solidFill>
              <a:srgbClr val="EDEFF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4FBC50CD-6A11-2A08-1392-062B5E9752D2}"/>
                  </a:ext>
                </a:extLst>
              </p:cNvPr>
              <p:cNvSpPr txBox="1"/>
              <p:nvPr/>
            </p:nvSpPr>
            <p:spPr>
              <a:xfrm>
                <a:off x="548640" y="3108960"/>
                <a:ext cx="110642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Step 7.  Step 6(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altLang="ko-KR" sz="1400" b="1" i="1" baseline="-40000" dirty="0">
                            <a:solidFill>
                              <a:srgbClr val="1E2761"/>
                            </a:solidFill>
                            <a:latin typeface="Times New Roman" pitchFamily="34" charset="0"/>
                            <a:ea typeface="Times New Roman" pitchFamily="34" charset="-122"/>
                            <a:cs typeface="Times New Roman" pitchFamily="34" charset="-120"/>
                          </a:rPr>
                          <m:t>M</m:t>
                        </m:r>
                      </m:e>
                    </m:acc>
                    <m:r>
                      <a:rPr lang="en-US" altLang="ko-KR" sz="1400" b="1" i="1" baseline="-4000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Times New Roman" pitchFamily="34" charset="-122"/>
                        <a:cs typeface="Times New Roman" pitchFamily="34" charset="-120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 N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을 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Step 5(</a:t>
                </a:r>
                <a:r>
                  <a:rPr lang="en-US" sz="1400" b="1" i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a</a:t>
                </a:r>
                <a:r>
                  <a:rPr lang="en-US" sz="1400" b="1" i="1" baseline="-40000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= </a:t>
                </a:r>
                <a:r>
                  <a:rPr lang="en-US" sz="1400" b="1" i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V</a:t>
                </a:r>
                <a:r>
                  <a:rPr lang="en-US" sz="1400" b="1" i="1" baseline="-40000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</a:t>
                </a:r>
                <a:r>
                  <a:rPr lang="en-US" altLang="ko-KR" sz="1400" b="1" dirty="0">
                    <a:solidFill>
                      <a:srgbClr val="1E2761"/>
                    </a:solidFill>
                    <a:ea typeface="맑은 고딕" pitchFamily="34" charset="-122"/>
                    <a:cs typeface="맑은 고딕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altLang="ko-KR" sz="1400" b="1" i="1" baseline="-40000" dirty="0">
                            <a:solidFill>
                              <a:srgbClr val="1E2761"/>
                            </a:solidFill>
                            <a:latin typeface="Times New Roman" pitchFamily="34" charset="0"/>
                            <a:ea typeface="Times New Roman" pitchFamily="34" charset="-122"/>
                            <a:cs typeface="Times New Roman" pitchFamily="34" charset="-120"/>
                          </a:rPr>
                          <m:t>M</m:t>
                        </m:r>
                      </m:e>
                    </m:acc>
                  </m:oMath>
                </a14:m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의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altLang="ko-KR" sz="1400" b="1" i="1" baseline="-40000" dirty="0">
                            <a:solidFill>
                              <a:srgbClr val="1E2761"/>
                            </a:solidFill>
                            <a:latin typeface="Times New Roman" pitchFamily="34" charset="0"/>
                            <a:ea typeface="Times New Roman" pitchFamily="34" charset="-122"/>
                            <a:cs typeface="Times New Roman" pitchFamily="34" charset="-120"/>
                          </a:rPr>
                          <m:t>M</m:t>
                        </m:r>
                      </m:e>
                    </m:acc>
                    <m:r>
                      <a:rPr lang="en-US" altLang="ko-KR" sz="1400" b="1" i="1" baseline="-4000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Times New Roman" pitchFamily="34" charset="-122"/>
                        <a:cs typeface="Times New Roman" pitchFamily="34" charset="-120"/>
                      </a:rPr>
                      <m:t> </m:t>
                    </m:r>
                  </m:oMath>
                </a14:m>
                <a:r>
                  <a:rPr lang="en-US" sz="1400" b="1" dirty="0" err="1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자리에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그대로 대입한다</a:t>
                </a:r>
                <a:endParaRPr lang="en-US" sz="1400" dirty="0"/>
              </a:p>
            </p:txBody>
          </p:sp>
        </mc:Choice>
        <mc:Fallback xmlns="">
          <p:sp>
            <p:nvSpPr>
              <p:cNvPr id="9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108960"/>
                <a:ext cx="11064240" cy="365760"/>
              </a:xfrm>
              <a:prstGeom prst="rect">
                <a:avLst/>
              </a:prstGeom>
              <a:blipFill>
                <a:blip r:embed="rId5"/>
                <a:stretch>
                  <a:fillRect l="-992" b="-1500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1" descr="img/eq_step7_sub.png">
            <a:extLst>
              <a:ext uri="{FF2B5EF4-FFF2-40B4-BE49-F238E27FC236}">
                <a16:creationId xmlns:a16="http://schemas.microsoft.com/office/drawing/2014/main" id="{1387F611-D237-CA25-648E-B6C5F88E1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7861" y="3543300"/>
            <a:ext cx="4842375" cy="594360"/>
          </a:xfrm>
          <a:prstGeom prst="rect">
            <a:avLst/>
          </a:prstGeom>
        </p:spPr>
      </p:pic>
      <p:sp>
        <p:nvSpPr>
          <p:cNvPr id="11" name="Shape 7">
            <a:extLst>
              <a:ext uri="{FF2B5EF4-FFF2-40B4-BE49-F238E27FC236}">
                <a16:creationId xmlns:a16="http://schemas.microsoft.com/office/drawing/2014/main" id="{440FFA11-70C9-B2C9-0C3C-8A2677714C5C}"/>
              </a:ext>
            </a:extLst>
          </p:cNvPr>
          <p:cNvSpPr/>
          <p:nvPr/>
        </p:nvSpPr>
        <p:spPr>
          <a:xfrm>
            <a:off x="548640" y="452628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DEF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57CCC3E-A6F1-16B4-C9AF-904170D87139}"/>
              </a:ext>
            </a:extLst>
          </p:cNvPr>
          <p:cNvSpPr txBox="1"/>
          <p:nvPr/>
        </p:nvSpPr>
        <p:spPr>
          <a:xfrm>
            <a:off x="777240" y="4526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새로운 물리가 아니라 </a:t>
            </a:r>
            <a:r>
              <a:rPr lang="en-US" sz="1300" b="1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대입</a:t>
            </a:r>
            <a:r>
              <a:rPr lang="en-US" sz="1300" b="1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(substitution)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 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Step 5(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가속도의 정의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6(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선택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300" dirty="0">
                <a:solidFill>
                  <a:srgbClr val="3A435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합치면 자동으로 나오는 결과</a:t>
            </a:r>
            <a:r>
              <a:rPr lang="en-US" sz="1300" dirty="0">
                <a:solidFill>
                  <a:srgbClr val="3A43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DEE8FDD-9F53-2788-C8E0-B1014BD6F600}"/>
              </a:ext>
            </a:extLst>
          </p:cNvPr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7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횡가속도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PN, Pure PN)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D772D35-B2F7-941E-60D8-7C059C92C759}"/>
              </a:ext>
            </a:extLst>
          </p:cNvPr>
          <p:cNvSpPr/>
          <p:nvPr/>
        </p:nvSpPr>
        <p:spPr>
          <a:xfrm>
            <a:off x="548640" y="56692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CEF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mg/eq_pn_accel.png">
            <a:extLst>
              <a:ext uri="{FF2B5EF4-FFF2-40B4-BE49-F238E27FC236}">
                <a16:creationId xmlns:a16="http://schemas.microsoft.com/office/drawing/2014/main" id="{73667AD4-FA3A-F153-3E4B-776D509BC0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4590" y="5769864"/>
            <a:ext cx="2320100" cy="658368"/>
          </a:xfrm>
          <a:prstGeom prst="rect">
            <a:avLst/>
          </a:prstGeom>
        </p:spPr>
      </p:pic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5F104254-FCC9-443B-10B7-A1C96ED7B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20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8616B-8780-E13D-662A-97A35DE8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926A85-D936-2A2B-90DD-0C587001A630}"/>
              </a:ext>
            </a:extLst>
          </p:cNvPr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원리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56DA06-2183-A463-56D8-674B452947BB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28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800" b="1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N·ZEM</a:t>
            </a: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28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28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</a:t>
            </a:r>
            <a:r>
              <a:rPr lang="en-US" sz="2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 — PN </a:t>
            </a: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명령은 예측 명중오차를 보정하는 것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8C9E5C-92EB-FF99-CBB2-D79083F965B3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C0122CED-153F-B766-61DA-578D66702D59}"/>
                  </a:ext>
                </a:extLst>
              </p:cNvPr>
              <p:cNvSpPr txBox="1"/>
              <p:nvPr/>
            </p:nvSpPr>
            <p:spPr>
              <a:xfrm>
                <a:off x="548640" y="1417320"/>
                <a:ext cx="1106424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25000"/>
                  </a:lnSpc>
                </a:pP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Step 6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의 </a:t>
                </a:r>
                <a:r>
                  <a:rPr lang="en-US" sz="1350" dirty="0" err="1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비례관계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2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200" b="1" i="1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γ</m:t>
                        </m:r>
                        <m:r>
                          <m:rPr>
                            <m:nor/>
                          </m:rPr>
                          <a:rPr lang="en-US" altLang="ko-KR" sz="1200" b="1" i="1" baseline="-40000" dirty="0">
                            <a:solidFill>
                              <a:srgbClr val="1E2761"/>
                            </a:solidFill>
                            <a:latin typeface="Times New Roman" pitchFamily="34" charset="0"/>
                            <a:ea typeface="Times New Roman" pitchFamily="34" charset="-122"/>
                            <a:cs typeface="Times New Roman" pitchFamily="34" charset="-120"/>
                          </a:rPr>
                          <m:t>M</m:t>
                        </m:r>
                      </m:e>
                    </m:acc>
                    <m:r>
                      <a:rPr lang="en-US" altLang="ko-KR" sz="1200" b="1" i="1" baseline="-40000" dirty="0">
                        <a:solidFill>
                          <a:srgbClr val="1E2761"/>
                        </a:solidFill>
                        <a:latin typeface="Cambria Math" panose="02040503050406030204" pitchFamily="18" charset="0"/>
                        <a:ea typeface="Times New Roman" pitchFamily="34" charset="-122"/>
                        <a:cs typeface="Times New Roman" pitchFamily="34" charset="-120"/>
                      </a:rPr>
                      <m:t> </m:t>
                    </m:r>
                  </m:oMath>
                </a14:m>
                <a:r>
                  <a:rPr lang="en-US" sz="1350" b="1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 </a:t>
                </a:r>
                <a:r>
                  <a:rPr lang="en-US" sz="1350" b="1" dirty="0" err="1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N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350" b="1" i="0" dirty="0">
                            <a:solidFill>
                              <a:srgbClr val="20242C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350" b="1" i="0" dirty="0">
                            <a:solidFill>
                              <a:srgbClr val="20242C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가 왜 타당한지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LOS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 수직인 상대변위 </a:t>
                </a:r>
                <a:r>
                  <a:rPr lang="en-US" sz="1350" b="1" i="1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y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와 잔여시간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(time-to-go) </a:t>
                </a:r>
                <a:r>
                  <a:rPr lang="en-US" sz="1350" b="1" i="1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t</a:t>
                </a:r>
                <a:r>
                  <a:rPr lang="en-US" sz="1350" b="1" i="1" baseline="-4000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go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</a:t>
                </a:r>
                <a:r>
                  <a:rPr lang="en-US" sz="1350" dirty="0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로 </a:t>
                </a:r>
                <a:r>
                  <a:rPr lang="en-US" sz="1350" dirty="0" err="1">
                    <a:solidFill>
                      <a:srgbClr val="20242C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확인한다</a:t>
                </a:r>
                <a:endParaRPr lang="en-US" sz="1350" dirty="0">
                  <a:solidFill>
                    <a:srgbClr val="20242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(Yanushevsky, </a:t>
                </a:r>
                <a:r>
                  <a:rPr lang="en-US" sz="1350" i="1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Modern Missile Guidance</a:t>
                </a:r>
                <a:r>
                  <a:rPr lang="en-US" sz="1350" dirty="0">
                    <a:solidFill>
                      <a:srgbClr val="20242C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, 2.2).</a:t>
                </a:r>
                <a:endParaRPr lang="en-US" sz="1350" dirty="0"/>
              </a:p>
            </p:txBody>
          </p:sp>
        </mc:Choice>
        <mc:Fallback xmlns="">
          <p:sp>
            <p:nvSpPr>
              <p:cNvPr id="5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17320"/>
                <a:ext cx="11064240" cy="411480"/>
              </a:xfrm>
              <a:prstGeom prst="rect">
                <a:avLst/>
              </a:prstGeom>
              <a:blipFill>
                <a:blip r:embed="rId3"/>
                <a:stretch>
                  <a:fillRect l="-937" t="-17910" b="-38806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4">
            <a:extLst>
              <a:ext uri="{FF2B5EF4-FFF2-40B4-BE49-F238E27FC236}">
                <a16:creationId xmlns:a16="http://schemas.microsoft.com/office/drawing/2014/main" id="{6C5E2EF9-8636-207C-8273-EB9168941E69}"/>
              </a:ext>
            </a:extLst>
          </p:cNvPr>
          <p:cNvSpPr txBox="1"/>
          <p:nvPr/>
        </p:nvSpPr>
        <p:spPr>
          <a:xfrm>
            <a:off x="548640" y="19202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6-1.  </a:t>
            </a:r>
            <a:r>
              <a:rPr lang="ko-KR" alt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Times New Roman" pitchFamily="34" charset="-120"/>
              </a:rPr>
              <a:t>일차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근사로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 변위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등속 접근 가정 하의 </a:t>
            </a:r>
            <a:r>
              <a:rPr lang="en-US" sz="14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400" b="1" i="1" baseline="-400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</a:t>
            </a:r>
            <a:endParaRPr lang="en-US" sz="1400" dirty="0"/>
          </a:p>
        </p:txBody>
      </p:sp>
      <p:pic>
        <p:nvPicPr>
          <p:cNvPr id="7" name="Image 0" descr="img/eq_y_def.png">
            <a:extLst>
              <a:ext uri="{FF2B5EF4-FFF2-40B4-BE49-F238E27FC236}">
                <a16:creationId xmlns:a16="http://schemas.microsoft.com/office/drawing/2014/main" id="{21AB45C1-5974-2624-03BD-B84341CD2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637" y="2221992"/>
            <a:ext cx="2564823" cy="4572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5567DF0-CD27-9D11-EAA2-C1B1ECC63D99}"/>
              </a:ext>
            </a:extLst>
          </p:cNvPr>
          <p:cNvSpPr txBox="1"/>
          <p:nvPr/>
        </p:nvSpPr>
        <p:spPr>
          <a:xfrm>
            <a:off x="548640" y="29260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6-2.  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미사일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모두 더 이상 손대지 않을 때 예상되는 미래 명중오차 </a:t>
            </a:r>
            <a:r>
              <a:rPr lang="en-US" sz="14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ZEM(Zero-Effort Miss)</a:t>
            </a:r>
            <a:endParaRPr lang="en-US" sz="1400" dirty="0"/>
          </a:p>
        </p:txBody>
      </p:sp>
      <p:pic>
        <p:nvPicPr>
          <p:cNvPr id="9" name="Image 1" descr="img/eq_zem_def.png">
            <a:extLst>
              <a:ext uri="{FF2B5EF4-FFF2-40B4-BE49-F238E27FC236}">
                <a16:creationId xmlns:a16="http://schemas.microsoft.com/office/drawing/2014/main" id="{8643681B-3B5C-DEAF-E3BB-48355B74C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915" y="3195828"/>
            <a:ext cx="2572267" cy="411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51BABD2C-E642-6900-7EEE-1A86FD232320}"/>
                  </a:ext>
                </a:extLst>
              </p:cNvPr>
              <p:cNvSpPr txBox="1"/>
              <p:nvPr/>
            </p:nvSpPr>
            <p:spPr>
              <a:xfrm>
                <a:off x="548640" y="3840480"/>
                <a:ext cx="110642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Step 6-3.  y ≈ 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λ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R, R ≈ </a:t>
                </a:r>
                <a:r>
                  <a:rPr lang="en-US" sz="1400" b="1" i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V</a:t>
                </a:r>
                <a:r>
                  <a:rPr lang="en-US" sz="1400" b="1" i="1" baseline="-40000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</a:t>
                </a:r>
                <a:r>
                  <a:rPr lang="en-US" sz="1400" b="1" i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t</a:t>
                </a:r>
                <a:r>
                  <a:rPr lang="en-US" sz="1400" b="1" i="1" baseline="-40000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go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 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를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 (ẏR-yṘ)/R² 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 대입 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→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altLang="ko-KR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는 정확히 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ZEM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 비례한다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840480"/>
                <a:ext cx="11064240" cy="292608"/>
              </a:xfrm>
              <a:prstGeom prst="rect">
                <a:avLst/>
              </a:prstGeom>
              <a:blipFill>
                <a:blip r:embed="rId6"/>
                <a:stretch>
                  <a:fillRect l="-992" t="-6250" b="-3125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2" descr="img/eq_zem_lambda.png">
            <a:extLst>
              <a:ext uri="{FF2B5EF4-FFF2-40B4-BE49-F238E27FC236}">
                <a16:creationId xmlns:a16="http://schemas.microsoft.com/office/drawing/2014/main" id="{F5DBB57F-4180-0C46-C5C6-E212A2ABF4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6590" y="4137660"/>
            <a:ext cx="1284917" cy="594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A2AB078E-2759-C728-2392-0425CA68E331}"/>
                  </a:ext>
                </a:extLst>
              </p:cNvPr>
              <p:cNvSpPr txBox="1"/>
              <p:nvPr/>
            </p:nvSpPr>
            <p:spPr>
              <a:xfrm>
                <a:off x="548640" y="5029200"/>
                <a:ext cx="1106424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Step 6-4.  Step 6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의 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PN 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명령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(</a:t>
                </a:r>
                <a:r>
                  <a:rPr lang="en-US" sz="1400" b="1" i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a</a:t>
                </a:r>
                <a:r>
                  <a:rPr lang="en-US" sz="1400" b="1" i="1" baseline="-40000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=</a:t>
                </a:r>
                <a:r>
                  <a:rPr lang="en-US" sz="1400" b="1" dirty="0" err="1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N</a:t>
                </a:r>
                <a:r>
                  <a:rPr lang="en-US" sz="1400" b="1" i="1" dirty="0" err="1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V</a:t>
                </a:r>
                <a:r>
                  <a:rPr lang="en-US" sz="1400" b="1" i="1" baseline="-40000" dirty="0" err="1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</a:t>
                </a:r>
                <a:r>
                  <a:rPr lang="en-US" altLang="ko-KR" sz="1400" b="1" dirty="0">
                    <a:solidFill>
                      <a:srgbClr val="1E2761"/>
                    </a:solidFill>
                    <a:ea typeface="맑은 고딕" pitchFamily="34" charset="-122"/>
                    <a:cs typeface="맑은 고딕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ko-KR" sz="1400" b="1" i="0" dirty="0">
                            <a:solidFill>
                              <a:srgbClr val="1E2761"/>
                            </a:solidFill>
                            <a:latin typeface="맑은 고딕" pitchFamily="34" charset="0"/>
                            <a:ea typeface="맑은 고딕" pitchFamily="34" charset="-122"/>
                            <a:cs typeface="맑은 고딕" pitchFamily="34" charset="-120"/>
                          </a:rPr>
                          <m:t>λ</m:t>
                        </m:r>
                      </m:e>
                    </m:acc>
                  </m:oMath>
                </a14:m>
                <a:r>
                  <a:rPr lang="en-US" altLang="ko-KR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lang="en-US" sz="1400" b="1" dirty="0">
                    <a:solidFill>
                      <a:srgbClr val="1E2761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)</a:t>
                </a:r>
                <a:r>
                  <a:rPr lang="en-US" sz="1400" b="1" dirty="0">
                    <a:solidFill>
                      <a:srgbClr val="1E2761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 그대로 대입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029200"/>
                <a:ext cx="11064240" cy="292608"/>
              </a:xfrm>
              <a:prstGeom prst="rect">
                <a:avLst/>
              </a:prstGeom>
              <a:blipFill>
                <a:blip r:embed="rId8"/>
                <a:stretch>
                  <a:fillRect l="-992" t="-6250" b="-31250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8">
            <a:extLst>
              <a:ext uri="{FF2B5EF4-FFF2-40B4-BE49-F238E27FC236}">
                <a16:creationId xmlns:a16="http://schemas.microsoft.com/office/drawing/2014/main" id="{085A1203-BCA8-B578-CDAD-80F990CF9602}"/>
              </a:ext>
            </a:extLst>
          </p:cNvPr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CEFE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img/eq_ac_zem.png">
            <a:extLst>
              <a:ext uri="{FF2B5EF4-FFF2-40B4-BE49-F238E27FC236}">
                <a16:creationId xmlns:a16="http://schemas.microsoft.com/office/drawing/2014/main" id="{2E7C4A94-6D28-BB79-93F0-310B58EF47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2943" y="5527548"/>
            <a:ext cx="2292211" cy="50292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C38EB9CA-1A76-B1FF-F386-21C6B1BA86B9}"/>
              </a:ext>
            </a:extLst>
          </p:cNvPr>
          <p:cNvSpPr txBox="1"/>
          <p:nvPr/>
        </p:nvSpPr>
        <p:spPr>
          <a:xfrm>
            <a:off x="548640" y="61996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PN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명령은 </a:t>
            </a:r>
            <a:r>
              <a:rPr lang="en-US" sz="1200" b="1" i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r>
              <a:rPr lang="en-US" sz="1200" b="1" i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명중오차</a:t>
            </a:r>
            <a:r>
              <a:rPr lang="en-US" sz="1200" b="1" i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(ZEM)</a:t>
            </a:r>
            <a:r>
              <a:rPr lang="en-US" sz="1200" b="1" i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남은시간 제곱</a:t>
            </a:r>
            <a:r>
              <a:rPr lang="en-US" sz="1200" b="1" i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</a:t>
            </a:r>
            <a:r>
              <a:rPr lang="en-US" sz="1200" b="1" i="1" baseline="-400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</a:t>
            </a:r>
            <a:r>
              <a:rPr lang="en-US" sz="1200" b="1" i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²)</a:t>
            </a:r>
            <a:r>
              <a:rPr lang="en-US" sz="1200" b="1" i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반비례해 보정하라</a:t>
            </a:r>
            <a:r>
              <a:rPr lang="en-US" sz="1200" b="1" i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”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뜻이다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요격이 임박해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200" i="1" baseline="-4000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작아질수록 같은 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ZEM</a:t>
            </a:r>
            <a:r>
              <a:rPr lang="en-US" sz="1200" i="1" dirty="0">
                <a:solidFill>
                  <a:srgbClr val="5B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에도 훨씬 큰 가속도로 보정한다</a:t>
            </a:r>
            <a:r>
              <a:rPr lang="en-US" sz="12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924FF266-EEA2-DA9B-2524-7F2C96A77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72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· </a:t>
            </a:r>
            <a:r>
              <a:rPr lang="en-US" sz="1300" b="1" kern="0" spc="100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(Pure) PN Guidance Law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6675120" cy="1417320"/>
          </a:xfrm>
          <a:prstGeom prst="roundRect">
            <a:avLst>
              <a:gd name="adj" fmla="val 6452"/>
            </a:avLst>
          </a:prstGeom>
          <a:solidFill>
            <a:srgbClr val="232C6E"/>
          </a:solidFill>
          <a:ln w="19050">
            <a:solidFill>
              <a:srgbClr val="C97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g/eq_pn_class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803" y="1805940"/>
            <a:ext cx="3295434" cy="960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461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7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</a:t>
            </a:r>
            <a:r>
              <a:rPr lang="en-US" sz="13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 </a:t>
            </a:r>
            <a:r>
              <a:rPr lang="en-US" sz="135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PN(Pure PN)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실전형으로 바꾼 것이 </a:t>
            </a:r>
            <a:r>
              <a:rPr lang="en-US" sz="135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PN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 </a:t>
            </a: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</a:t>
            </a:r>
            <a:r>
              <a:rPr lang="en-US" sz="1350" b="1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350" b="1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35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5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레이더</a:t>
            </a:r>
            <a:r>
              <a:rPr lang="en-US" sz="135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35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시커로 측정 가능한 </a:t>
            </a:r>
            <a:r>
              <a:rPr lang="en-US" sz="135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closing velocity </a:t>
            </a:r>
            <a:r>
              <a:rPr lang="en-US" sz="1350" b="1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350" b="1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350" b="1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-Ṙ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쓰고</a:t>
            </a: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인가 방향을 </a:t>
            </a: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수직으로</a:t>
            </a: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게인을 유효항법비 </a:t>
            </a:r>
            <a:r>
              <a:rPr lang="en-US" sz="1350" b="1" i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N′</a:t>
            </a:r>
            <a:r>
              <a:rPr lang="en-US" sz="13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재정의한다 </a:t>
            </a: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(= </a:t>
            </a:r>
            <a:r>
              <a:rPr lang="en-US" sz="1350" b="1" dirty="0">
                <a:solidFill>
                  <a:srgbClr val="C97A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PN, TPN</a:t>
            </a:r>
            <a:r>
              <a:rPr lang="en-US" sz="135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4526280"/>
            <a:ext cx="66751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4663440"/>
            <a:ext cx="6675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물리적 해석
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</a:t>
            </a:r>
            <a:r>
              <a:rPr lang="en-US" sz="13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3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항상 순간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수직으로 인가되어 λ̇ 을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구동한다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
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</a:t>
            </a:r>
            <a:r>
              <a:rPr lang="en-US" sz="13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N′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1 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→ 0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따라 λ̇ 도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지수함수가 아닌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R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거듭제곱 형태로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수렴한다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 삼각형 도달 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요격 보장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).
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</a:t>
            </a:r>
            <a:r>
              <a:rPr lang="en-US" sz="13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N′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클수록 응답은 빠르나 요구 가속도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잡음 민감도가 증가한다</a:t>
            </a: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0" y="1600200"/>
            <a:ext cx="3657600" cy="4983480"/>
          </a:xfrm>
          <a:prstGeom prst="roundRect">
            <a:avLst>
              <a:gd name="adj" fmla="val 2500"/>
            </a:avLst>
          </a:prstGeom>
          <a:solidFill>
            <a:srgbClr val="161C5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13816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7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 흐름 요약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176272"/>
            <a:ext cx="3154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상대위치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R,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의 시간미분 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Ṗ,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헤딩각으로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R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 재표현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 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0 →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충돌삼각형 정의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γ̇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선회가속도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</a:t>
            </a:r>
            <a:r>
              <a:rPr lang="en-US" sz="12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γ̇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N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 설계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6+.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N·ZEM/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² (ZEM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
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N′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200" i="1" baseline="-40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λ̇</a:t>
            </a:r>
            <a:r>
              <a:rPr lang="en-US" sz="12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(Classical PN)</a:t>
            </a:r>
            <a:endParaRPr lang="en-US" sz="1200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60834CD-3AD0-92FD-34BF-1A00535F6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64D8-A629-57E8-79F4-92F4551F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30E7943-5FBE-BABA-CB3B-97BDC7EC50DC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파생된 비례 항법 유도 기법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68F94A-DED9-085F-74D4-A00119267704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CB33C62-0E27-7E2B-532A-99FD328D304D}"/>
              </a:ext>
            </a:extLst>
          </p:cNvPr>
          <p:cNvSpPr/>
          <p:nvPr/>
        </p:nvSpPr>
        <p:spPr>
          <a:xfrm>
            <a:off x="6594191" y="1513490"/>
            <a:ext cx="4622450" cy="4628756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90C335-1019-1296-AAB7-C12C15F9255B}"/>
              </a:ext>
            </a:extLst>
          </p:cNvPr>
          <p:cNvGrpSpPr/>
          <p:nvPr/>
        </p:nvGrpSpPr>
        <p:grpSpPr>
          <a:xfrm>
            <a:off x="1571297" y="2506940"/>
            <a:ext cx="3430576" cy="2742753"/>
            <a:chOff x="1472560" y="2920221"/>
            <a:chExt cx="3430576" cy="2742753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8508728-F977-C1F1-C059-97F2B5437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2489">
              <a:off x="1851399" y="4838067"/>
              <a:ext cx="349995" cy="349995"/>
            </a:xfrm>
            <a:prstGeom prst="rect">
              <a:avLst/>
            </a:prstGeom>
          </p:spPr>
        </p:pic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CB605B6-5E30-FC5F-821A-C3E26DD89CF7}"/>
                </a:ext>
              </a:extLst>
            </p:cNvPr>
            <p:cNvCxnSpPr/>
            <p:nvPr/>
          </p:nvCxnSpPr>
          <p:spPr>
            <a:xfrm>
              <a:off x="1472560" y="5662974"/>
              <a:ext cx="3430576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E7489FE-B009-B0B2-4F9D-4831D0385B24}"/>
                </a:ext>
              </a:extLst>
            </p:cNvPr>
            <p:cNvCxnSpPr>
              <a:cxnSpLocks/>
              <a:endCxn id="23" idx="3"/>
            </p:cNvCxnSpPr>
            <p:nvPr/>
          </p:nvCxnSpPr>
          <p:spPr>
            <a:xfrm flipV="1">
              <a:off x="2026397" y="3012405"/>
              <a:ext cx="2004002" cy="191831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58EA05D-252A-3DE3-C695-5558C31BA90E}"/>
                </a:ext>
              </a:extLst>
            </p:cNvPr>
            <p:cNvSpPr/>
            <p:nvPr/>
          </p:nvSpPr>
          <p:spPr>
            <a:xfrm>
              <a:off x="4014583" y="292022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343128A-4F22-F730-B096-42C1ACD086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2710" y="4697521"/>
              <a:ext cx="693520" cy="228376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4B4FF19-0757-FC7B-725C-84277D93430E}"/>
                    </a:ext>
                  </a:extLst>
                </p:cNvPr>
                <p:cNvSpPr txBox="1"/>
                <p:nvPr/>
              </p:nvSpPr>
              <p:spPr>
                <a:xfrm>
                  <a:off x="2931510" y="4548740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51682C-694D-B6D8-0F70-48074EB899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1510" y="4548740"/>
                  <a:ext cx="21590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원호 25">
              <a:extLst>
                <a:ext uri="{FF2B5EF4-FFF2-40B4-BE49-F238E27FC236}">
                  <a16:creationId xmlns:a16="http://schemas.microsoft.com/office/drawing/2014/main" id="{7F6EE9AA-4AE2-BC67-58C7-C12C834D8A9F}"/>
                </a:ext>
              </a:extLst>
            </p:cNvPr>
            <p:cNvSpPr/>
            <p:nvPr/>
          </p:nvSpPr>
          <p:spPr>
            <a:xfrm>
              <a:off x="2111375" y="4645025"/>
              <a:ext cx="463550" cy="565149"/>
            </a:xfrm>
            <a:prstGeom prst="arc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552C873-1237-1F99-91FA-30BFD098EB7A}"/>
                    </a:ext>
                  </a:extLst>
                </p:cNvPr>
                <p:cNvSpPr txBox="1"/>
                <p:nvPr/>
              </p:nvSpPr>
              <p:spPr>
                <a:xfrm>
                  <a:off x="2484595" y="4487378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E6D2E63-0A30-9343-08B7-DD9FB1DF6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4595" y="4487378"/>
                  <a:ext cx="21590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2BDB283E-163A-ABBE-FF48-F196FAED4B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8533" y="4625877"/>
              <a:ext cx="266818" cy="3048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8C5DC3D-5521-CAC9-EA2F-81DDF4288304}"/>
                    </a:ext>
                  </a:extLst>
                </p:cNvPr>
                <p:cNvSpPr txBox="1"/>
                <p:nvPr/>
              </p:nvSpPr>
              <p:spPr>
                <a:xfrm>
                  <a:off x="1612397" y="4349758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𝑐𝑚𝑑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8C5DC3D-5521-CAC9-EA2F-81DDF42883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2397" y="4349758"/>
                  <a:ext cx="21590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57143" r="-28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8772A47-74A1-C491-DC48-4ADB8A7839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0388" y="4878235"/>
              <a:ext cx="1723056" cy="5217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DF6571-74F1-AB29-3C9C-462AC24426D9}"/>
                    </a:ext>
                  </a:extLst>
                </p:cNvPr>
                <p:cNvSpPr txBox="1"/>
                <p:nvPr/>
              </p:nvSpPr>
              <p:spPr>
                <a:xfrm>
                  <a:off x="2899502" y="5059922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43D2C72-25E6-DF50-4864-20D1FCFB7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502" y="5059922"/>
                  <a:ext cx="21590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8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379D07A-9706-C6D3-A035-B8894CB2FE06}"/>
              </a:ext>
            </a:extLst>
          </p:cNvPr>
          <p:cNvGrpSpPr/>
          <p:nvPr/>
        </p:nvGrpSpPr>
        <p:grpSpPr>
          <a:xfrm>
            <a:off x="7267096" y="2519105"/>
            <a:ext cx="3430576" cy="2742753"/>
            <a:chOff x="1472560" y="2920221"/>
            <a:chExt cx="3430576" cy="2742753"/>
          </a:xfrm>
        </p:grpSpPr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45CFA499-3CEC-774A-3453-75E58FB6CB7C}"/>
                </a:ext>
              </a:extLst>
            </p:cNvPr>
            <p:cNvCxnSpPr/>
            <p:nvPr/>
          </p:nvCxnSpPr>
          <p:spPr>
            <a:xfrm>
              <a:off x="1472560" y="5662974"/>
              <a:ext cx="3430576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3A1FF2D-7EAB-597E-8364-232D53CA1447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V="1">
              <a:off x="2026397" y="3012405"/>
              <a:ext cx="2004002" cy="191831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5661C7A-5EB0-CC55-DCFE-A64B78EEA618}"/>
                </a:ext>
              </a:extLst>
            </p:cNvPr>
            <p:cNvSpPr/>
            <p:nvPr/>
          </p:nvSpPr>
          <p:spPr>
            <a:xfrm>
              <a:off x="4014583" y="292022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2E6C389-9963-CCC9-725C-A2BB217B487D}"/>
                    </a:ext>
                  </a:extLst>
                </p:cNvPr>
                <p:cNvSpPr txBox="1"/>
                <p:nvPr/>
              </p:nvSpPr>
              <p:spPr>
                <a:xfrm>
                  <a:off x="2741237" y="4557972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F6CEA4C-457F-62B6-D035-4F41AFE68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1237" y="4557972"/>
                  <a:ext cx="21590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777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원호 36">
              <a:extLst>
                <a:ext uri="{FF2B5EF4-FFF2-40B4-BE49-F238E27FC236}">
                  <a16:creationId xmlns:a16="http://schemas.microsoft.com/office/drawing/2014/main" id="{40D937C9-FB8C-177D-978B-B33D8C7E3F1A}"/>
                </a:ext>
              </a:extLst>
            </p:cNvPr>
            <p:cNvSpPr/>
            <p:nvPr/>
          </p:nvSpPr>
          <p:spPr>
            <a:xfrm>
              <a:off x="2111375" y="4645025"/>
              <a:ext cx="463550" cy="565149"/>
            </a:xfrm>
            <a:prstGeom prst="arc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AF6C3F9-3095-36F6-4DB4-8FBFB822F64C}"/>
                    </a:ext>
                  </a:extLst>
                </p:cNvPr>
                <p:cNvSpPr txBox="1"/>
                <p:nvPr/>
              </p:nvSpPr>
              <p:spPr>
                <a:xfrm>
                  <a:off x="2461631" y="4507175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D0317591-C113-D62A-223E-2CE47BF68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1631" y="4507175"/>
                  <a:ext cx="21590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F922E956-BF00-4B7D-315F-5E9A03E072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6421" y="4717190"/>
              <a:ext cx="127307" cy="272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3D2DBC3-E1DC-1824-6AC6-842AE47C65F9}"/>
                    </a:ext>
                  </a:extLst>
                </p:cNvPr>
                <p:cNvSpPr txBox="1"/>
                <p:nvPr/>
              </p:nvSpPr>
              <p:spPr>
                <a:xfrm>
                  <a:off x="1612397" y="4463983"/>
                  <a:ext cx="2159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𝑐𝑚𝑑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3D2DBC3-E1DC-1824-6AC6-842AE47C6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2397" y="4463983"/>
                  <a:ext cx="215900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7143" r="-2857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4C8F8C7-FB7B-FDEC-1EB8-D90ABA9FC483}"/>
              </a:ext>
            </a:extLst>
          </p:cNvPr>
          <p:cNvSpPr txBox="1"/>
          <p:nvPr/>
        </p:nvSpPr>
        <p:spPr>
          <a:xfrm>
            <a:off x="2978650" y="1588652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TPN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2F2FC8-7BDD-8B33-59B8-2886A4EE3312}"/>
              </a:ext>
            </a:extLst>
          </p:cNvPr>
          <p:cNvSpPr txBox="1"/>
          <p:nvPr/>
        </p:nvSpPr>
        <p:spPr>
          <a:xfrm>
            <a:off x="8604183" y="1564235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PPN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9F87FB-31FE-CDEE-F21E-2C0D1432D036}"/>
                  </a:ext>
                </a:extLst>
              </p:cNvPr>
              <p:cNvSpPr txBox="1"/>
              <p:nvPr/>
            </p:nvSpPr>
            <p:spPr>
              <a:xfrm>
                <a:off x="1218630" y="3560223"/>
                <a:ext cx="1364872" cy="307777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𝐿𝑂𝑆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9F87FB-31FE-CDEE-F21E-2C0D1432D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630" y="3560223"/>
                <a:ext cx="1364872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B556E-BEC4-A947-06DC-043F7816A393}"/>
                  </a:ext>
                </a:extLst>
              </p:cNvPr>
              <p:cNvSpPr txBox="1"/>
              <p:nvPr/>
            </p:nvSpPr>
            <p:spPr>
              <a:xfrm>
                <a:off x="6948032" y="3548702"/>
                <a:ext cx="1364872" cy="307777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𝑐𝑚𝑑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37B556E-BEC4-A947-06DC-043F7816A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032" y="3548702"/>
                <a:ext cx="136487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8DE5EC70-9B0C-8C39-7CBA-9403EDEBA27F}"/>
              </a:ext>
            </a:extLst>
          </p:cNvPr>
          <p:cNvSpPr txBox="1"/>
          <p:nvPr/>
        </p:nvSpPr>
        <p:spPr>
          <a:xfrm>
            <a:off x="1174467" y="5280470"/>
            <a:ext cx="4224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LOS </a:t>
            </a:r>
            <a:r>
              <a:rPr lang="ko-KR" altLang="en-US" sz="1600" dirty="0"/>
              <a:t>기준의 수직 방향으로 가속도 명령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67284C-9B9B-1B4D-4BAC-581939AA0AD8}"/>
                  </a:ext>
                </a:extLst>
              </p:cNvPr>
              <p:cNvSpPr txBox="1"/>
              <p:nvPr/>
            </p:nvSpPr>
            <p:spPr>
              <a:xfrm>
                <a:off x="6811573" y="5269003"/>
                <a:ext cx="420596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dirty="0"/>
                  <a:t>추적자의 속도벡터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ko-KR" altLang="en-US" sz="1600" dirty="0"/>
                  <a:t> 기준의 수직 방향으로</a:t>
                </a:r>
                <a:endParaRPr lang="en-US" altLang="ko-KR" sz="1600" dirty="0"/>
              </a:p>
              <a:p>
                <a:r>
                  <a:rPr lang="ko-KR" altLang="en-US" sz="1600" dirty="0"/>
                  <a:t> 명령 생성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C67284C-9B9B-1B4D-4BAC-581939AA0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573" y="5269003"/>
                <a:ext cx="4205960" cy="584775"/>
              </a:xfrm>
              <a:prstGeom prst="rect">
                <a:avLst/>
              </a:prstGeom>
              <a:blipFill>
                <a:blip r:embed="rId13"/>
                <a:stretch>
                  <a:fillRect l="-725" t="-3125" r="-1449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CAABFEE-AF00-C62D-5202-6A3B4D4EC794}"/>
              </a:ext>
            </a:extLst>
          </p:cNvPr>
          <p:cNvCxnSpPr>
            <a:cxnSpLocks/>
          </p:cNvCxnSpPr>
          <p:nvPr/>
        </p:nvCxnSpPr>
        <p:spPr>
          <a:xfrm flipV="1">
            <a:off x="7794880" y="4484652"/>
            <a:ext cx="1723056" cy="52178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31119C6-8483-E444-1EE3-236AE1096246}"/>
              </a:ext>
            </a:extLst>
          </p:cNvPr>
          <p:cNvGrpSpPr/>
          <p:nvPr/>
        </p:nvGrpSpPr>
        <p:grpSpPr>
          <a:xfrm>
            <a:off x="7490282" y="4316074"/>
            <a:ext cx="1034831" cy="490541"/>
            <a:chOff x="6496690" y="4397552"/>
            <a:chExt cx="1034831" cy="490541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53912F1E-4247-A817-11AC-7385AB9F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2489">
              <a:off x="6496690" y="4538098"/>
              <a:ext cx="349995" cy="349995"/>
            </a:xfrm>
            <a:prstGeom prst="rect">
              <a:avLst/>
            </a:prstGeom>
          </p:spPr>
        </p:pic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54B4305-644F-E984-36FF-B5FE54C309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01" y="4397552"/>
              <a:ext cx="693520" cy="228376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A47AC40-5727-E75C-9E7E-8B3FE6968C30}"/>
              </a:ext>
            </a:extLst>
          </p:cNvPr>
          <p:cNvSpPr/>
          <p:nvPr/>
        </p:nvSpPr>
        <p:spPr>
          <a:xfrm>
            <a:off x="975360" y="1563939"/>
            <a:ext cx="4622450" cy="4628756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B204A3-0CAF-5A9A-97F4-BCC521AE6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11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CFD4AB-A763-E6A9-548E-14F2CFD1BF54}"/>
              </a:ext>
            </a:extLst>
          </p:cNvPr>
          <p:cNvSpPr/>
          <p:nvPr/>
        </p:nvSpPr>
        <p:spPr>
          <a:xfrm rot="19155515">
            <a:off x="2067481" y="4304341"/>
            <a:ext cx="154379" cy="161904"/>
          </a:xfrm>
          <a:custGeom>
            <a:avLst/>
            <a:gdLst>
              <a:gd name="csX0" fmla="*/ 0 w 154379"/>
              <a:gd name="csY0" fmla="*/ 1587 h 161904"/>
              <a:gd name="csX1" fmla="*/ 154379 w 154379"/>
              <a:gd name="csY1" fmla="*/ 1587 h 161904"/>
              <a:gd name="csX2" fmla="*/ 154379 w 154379"/>
              <a:gd name="csY2" fmla="*/ 161904 h 161904"/>
              <a:gd name="csX3" fmla="*/ 153904 w 154379"/>
              <a:gd name="csY3" fmla="*/ 0 h 161904"/>
              <a:gd name="csX4" fmla="*/ 0 w 154379"/>
              <a:gd name="csY4" fmla="*/ 1587 h 16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4379" h="161904">
                <a:moveTo>
                  <a:pt x="0" y="1587"/>
                </a:moveTo>
                <a:lnTo>
                  <a:pt x="154379" y="1587"/>
                </a:lnTo>
                <a:lnTo>
                  <a:pt x="154379" y="161904"/>
                </a:lnTo>
                <a:cubicBezTo>
                  <a:pt x="154221" y="107936"/>
                  <a:pt x="154062" y="53968"/>
                  <a:pt x="153904" y="0"/>
                </a:cubicBezTo>
                <a:lnTo>
                  <a:pt x="0" y="1587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4">
            <a:extLst>
              <a:ext uri="{FF2B5EF4-FFF2-40B4-BE49-F238E27FC236}">
                <a16:creationId xmlns:a16="http://schemas.microsoft.com/office/drawing/2014/main" id="{5D1155B4-B855-BDF8-DD77-FFB85A362C90}"/>
              </a:ext>
            </a:extLst>
          </p:cNvPr>
          <p:cNvSpPr/>
          <p:nvPr/>
        </p:nvSpPr>
        <p:spPr>
          <a:xfrm rot="20092088">
            <a:off x="7637266" y="4397616"/>
            <a:ext cx="204284" cy="199068"/>
          </a:xfrm>
          <a:custGeom>
            <a:avLst/>
            <a:gdLst>
              <a:gd name="csX0" fmla="*/ 0 w 154379"/>
              <a:gd name="csY0" fmla="*/ 1587 h 161904"/>
              <a:gd name="csX1" fmla="*/ 154379 w 154379"/>
              <a:gd name="csY1" fmla="*/ 1587 h 161904"/>
              <a:gd name="csX2" fmla="*/ 154379 w 154379"/>
              <a:gd name="csY2" fmla="*/ 161904 h 161904"/>
              <a:gd name="csX3" fmla="*/ 153904 w 154379"/>
              <a:gd name="csY3" fmla="*/ 0 h 161904"/>
              <a:gd name="csX4" fmla="*/ 0 w 154379"/>
              <a:gd name="csY4" fmla="*/ 1587 h 161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4379" h="161904">
                <a:moveTo>
                  <a:pt x="0" y="1587"/>
                </a:moveTo>
                <a:lnTo>
                  <a:pt x="154379" y="1587"/>
                </a:lnTo>
                <a:lnTo>
                  <a:pt x="154379" y="161904"/>
                </a:lnTo>
                <a:cubicBezTo>
                  <a:pt x="154221" y="107936"/>
                  <a:pt x="154062" y="53968"/>
                  <a:pt x="153904" y="0"/>
                </a:cubicBezTo>
                <a:lnTo>
                  <a:pt x="0" y="1587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76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708E-AC3F-3449-A415-7B5F26E9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8616780-4EED-1C92-607A-E472B5F78848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파생된 비례 항법 유도 기법</a:t>
            </a:r>
            <a:endParaRPr lang="en-US" altLang="ko-KR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A546A8-6D59-91CC-FF21-8A6C2A756B7D}"/>
              </a:ext>
            </a:extLst>
          </p:cNvPr>
          <p:cNvSpPr/>
          <p:nvPr/>
        </p:nvSpPr>
        <p:spPr>
          <a:xfrm>
            <a:off x="571960" y="1314196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80BAEEF-46F8-C334-59E3-3597C65CB305}"/>
              </a:ext>
            </a:extLst>
          </p:cNvPr>
          <p:cNvSpPr/>
          <p:nvPr/>
        </p:nvSpPr>
        <p:spPr>
          <a:xfrm>
            <a:off x="309785" y="3102653"/>
            <a:ext cx="1560129" cy="1588157"/>
          </a:xfrm>
          <a:prstGeom prst="roundRect">
            <a:avLst>
              <a:gd name="adj" fmla="val 777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Classical PN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61C62CB-A388-34E3-AE7C-5E266A37E995}"/>
              </a:ext>
            </a:extLst>
          </p:cNvPr>
          <p:cNvGrpSpPr/>
          <p:nvPr/>
        </p:nvGrpSpPr>
        <p:grpSpPr>
          <a:xfrm>
            <a:off x="2728770" y="1473081"/>
            <a:ext cx="3950185" cy="1947250"/>
            <a:chOff x="2739904" y="1705107"/>
            <a:chExt cx="3950185" cy="194725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A167CAD-48B8-5128-4A5D-4C9AD0E98B88}"/>
                </a:ext>
              </a:extLst>
            </p:cNvPr>
            <p:cNvSpPr/>
            <p:nvPr/>
          </p:nvSpPr>
          <p:spPr>
            <a:xfrm>
              <a:off x="2739904" y="1705107"/>
              <a:ext cx="3950185" cy="1947250"/>
            </a:xfrm>
            <a:prstGeom prst="roundRect">
              <a:avLst>
                <a:gd name="adj" fmla="val 777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C9F0B8F-C53F-A5F0-C089-39844ECA2BAF}"/>
                </a:ext>
              </a:extLst>
            </p:cNvPr>
            <p:cNvSpPr/>
            <p:nvPr/>
          </p:nvSpPr>
          <p:spPr>
            <a:xfrm>
              <a:off x="2860520" y="1940158"/>
              <a:ext cx="3641180" cy="27116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타겟 기동 보상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2C84A7-428A-C11F-C161-8B3A3ADE85DE}"/>
                    </a:ext>
                  </a:extLst>
                </p:cNvPr>
                <p:cNvSpPr txBox="1"/>
                <p:nvPr/>
              </p:nvSpPr>
              <p:spPr>
                <a:xfrm>
                  <a:off x="2860520" y="2362301"/>
                  <a:ext cx="3641180" cy="10208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/>
                    <a:t>Augmented PN (</a:t>
                  </a:r>
                  <a:r>
                    <a:rPr lang="en-US" altLang="ko-KR" sz="1600"/>
                    <a:t>APN) </a:t>
                  </a:r>
                  <a:endParaRPr lang="en-US" altLang="ko-KR" sz="1600" dirty="0"/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altLang="ko-KR" sz="1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US" altLang="ko-KR" sz="1400" b="0" dirty="0"/>
                </a:p>
                <a:p>
                  <a:pPr marL="1200150" lvl="2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ko-KR" altLang="en-US" sz="1200" dirty="0"/>
                    <a:t> 표적 가속도의 </a:t>
                  </a:r>
                  <a:r>
                    <a:rPr lang="en-US" altLang="ko-KR" sz="1200" dirty="0"/>
                    <a:t>LOS </a:t>
                  </a:r>
                  <a:r>
                    <a:rPr lang="ko-KR" altLang="en-US" sz="1200" dirty="0"/>
                    <a:t>법선 방향 성분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C2C84A7-428A-C11F-C161-8B3A3ADE8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0520" y="2362301"/>
                  <a:ext cx="3641180" cy="1020857"/>
                </a:xfrm>
                <a:prstGeom prst="rect">
                  <a:avLst/>
                </a:prstGeom>
                <a:blipFill>
                  <a:blip r:embed="rId3"/>
                  <a:stretch>
                    <a:fillRect l="-669" t="-1786" b="-297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B26AA46-2727-1C97-3A2E-7191B5CE518F}"/>
              </a:ext>
            </a:extLst>
          </p:cNvPr>
          <p:cNvGrpSpPr/>
          <p:nvPr/>
        </p:nvGrpSpPr>
        <p:grpSpPr>
          <a:xfrm>
            <a:off x="2757058" y="3759781"/>
            <a:ext cx="3950185" cy="2452424"/>
            <a:chOff x="2721906" y="4124305"/>
            <a:chExt cx="3950185" cy="238074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96124A1-889D-F564-4578-89F069D87432}"/>
                </a:ext>
              </a:extLst>
            </p:cNvPr>
            <p:cNvSpPr/>
            <p:nvPr/>
          </p:nvSpPr>
          <p:spPr>
            <a:xfrm>
              <a:off x="2721906" y="4124305"/>
              <a:ext cx="3950185" cy="2380488"/>
            </a:xfrm>
            <a:prstGeom prst="roundRect">
              <a:avLst>
                <a:gd name="adj" fmla="val 777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FA10C94-8FBC-753B-B7DC-CC20B5F4B01F}"/>
                </a:ext>
              </a:extLst>
            </p:cNvPr>
            <p:cNvSpPr/>
            <p:nvPr/>
          </p:nvSpPr>
          <p:spPr>
            <a:xfrm>
              <a:off x="2860520" y="4211538"/>
              <a:ext cx="3641180" cy="27116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충돌 각 및 시간을 고려 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DA01E9-111C-F458-D979-BACE099DA597}"/>
                    </a:ext>
                  </a:extLst>
                </p:cNvPr>
                <p:cNvSpPr txBox="1"/>
                <p:nvPr/>
              </p:nvSpPr>
              <p:spPr>
                <a:xfrm>
                  <a:off x="2860520" y="4625043"/>
                  <a:ext cx="3641180" cy="18800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/>
                    <a:t>Bias PN (</a:t>
                  </a:r>
                  <a:r>
                    <a:rPr lang="en-US" altLang="ko-KR" sz="1600"/>
                    <a:t>BPN) 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acc>
                            <m:accPr>
                              <m:chr m:val="̇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acc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a14:m>
                  <a:r>
                    <a:rPr lang="en-US" altLang="ko-KR" sz="1400"/>
                    <a:t> (Kim et al. 2013)</a:t>
                  </a:r>
                  <a:endParaRPr lang="en-US" altLang="ko-KR" sz="1400" dirty="0"/>
                </a:p>
                <a:p>
                  <a:pPr marL="1200150" lvl="2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: 편</m:t>
                      </m:r>
                    </m:oMath>
                  </a14:m>
                  <a:r>
                    <a:rPr lang="ko-KR" altLang="en-US" sz="1200" dirty="0"/>
                    <a:t>향</a:t>
                  </a:r>
                  <a:endParaRPr lang="en-US" altLang="ko-KR" sz="12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/>
                    <a:t>Impact time control + PN</a:t>
                  </a:r>
                </a:p>
                <a:p>
                  <a:pPr marL="742950" lvl="1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𝑁</m:t>
                      </m:r>
                      <m:acc>
                        <m:accPr>
                          <m:chr m:val="̇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altLang="ko-KR" sz="1600" b="0" dirty="0"/>
                    <a:t> </a:t>
                  </a:r>
                  <a:r>
                    <a:rPr lang="en-US" altLang="ko-KR" sz="1600" b="0"/>
                    <a:t>(Jeon et al. 2006)</a:t>
                  </a:r>
                  <a:endParaRPr lang="en-US" altLang="ko-KR" sz="1600" b="0" dirty="0"/>
                </a:p>
                <a:p>
                  <a:pPr marL="1200150" lvl="2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b>
                      </m:sSub>
                    </m:oMath>
                  </a14:m>
                  <a:r>
                    <a:rPr lang="en-US" altLang="ko-KR" sz="1200" dirty="0"/>
                    <a:t>: </a:t>
                  </a:r>
                  <a:r>
                    <a:rPr lang="ko-KR" altLang="en-US" sz="1200" dirty="0"/>
                    <a:t>충돌시각 오차 피드백 이득</a:t>
                  </a:r>
                  <a:endParaRPr lang="en-US" altLang="ko-KR" sz="1200" dirty="0"/>
                </a:p>
                <a:p>
                  <a:pPr marL="1200150" lvl="2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ko-KR" altLang="en-US" sz="1200" dirty="0"/>
                    <a:t> 충돌시각 오차</a:t>
                  </a: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DA01E9-111C-F458-D979-BACE099DA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0520" y="4625043"/>
                  <a:ext cx="3641180" cy="1880002"/>
                </a:xfrm>
                <a:prstGeom prst="rect">
                  <a:avLst/>
                </a:prstGeom>
                <a:blipFill>
                  <a:blip r:embed="rId4"/>
                  <a:stretch>
                    <a:fillRect l="-670" t="-9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CDDB004-6BCE-96D3-AD8A-4B367A0760AB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V="1">
            <a:off x="6678955" y="2444129"/>
            <a:ext cx="582461" cy="2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DEAE8A8-C1A5-C800-DF43-EA17DC5E1643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6707243" y="4984471"/>
            <a:ext cx="507629" cy="1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B0BB45C1-4474-3FB9-D4E6-EE9281856E33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1869914" y="2446706"/>
            <a:ext cx="858856" cy="14500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68DCE38F-052E-0526-1AD9-376757665809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1869914" y="3896732"/>
            <a:ext cx="887144" cy="10891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원호 39">
            <a:extLst>
              <a:ext uri="{FF2B5EF4-FFF2-40B4-BE49-F238E27FC236}">
                <a16:creationId xmlns:a16="http://schemas.microsoft.com/office/drawing/2014/main" id="{D6A9A13F-3469-2E4D-2176-9D4A84E289C5}"/>
              </a:ext>
            </a:extLst>
          </p:cNvPr>
          <p:cNvSpPr/>
          <p:nvPr/>
        </p:nvSpPr>
        <p:spPr>
          <a:xfrm rot="4202281">
            <a:off x="8001708" y="4021056"/>
            <a:ext cx="1574580" cy="2171334"/>
          </a:xfrm>
          <a:prstGeom prst="arc">
            <a:avLst>
              <a:gd name="adj1" fmla="val 16346943"/>
              <a:gd name="adj2" fmla="val 448025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3FA3471-289C-2BEF-18CF-1DAD557624F8}"/>
              </a:ext>
            </a:extLst>
          </p:cNvPr>
          <p:cNvGrpSpPr/>
          <p:nvPr/>
        </p:nvGrpSpPr>
        <p:grpSpPr>
          <a:xfrm>
            <a:off x="7214872" y="4108935"/>
            <a:ext cx="4056173" cy="1751072"/>
            <a:chOff x="7208421" y="4368364"/>
            <a:chExt cx="4056173" cy="1751072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25491949-DF0A-3AB0-7EA1-55A3019A26E2}"/>
                </a:ext>
              </a:extLst>
            </p:cNvPr>
            <p:cNvGrpSpPr/>
            <p:nvPr/>
          </p:nvGrpSpPr>
          <p:grpSpPr>
            <a:xfrm>
              <a:off x="7208421" y="4368364"/>
              <a:ext cx="4056173" cy="1751072"/>
              <a:chOff x="7199189" y="4138233"/>
              <a:chExt cx="4056173" cy="1751072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F70F5340-62EE-A2D1-5B65-22C194778D48}"/>
                  </a:ext>
                </a:extLst>
              </p:cNvPr>
              <p:cNvSpPr/>
              <p:nvPr/>
            </p:nvSpPr>
            <p:spPr>
              <a:xfrm>
                <a:off x="7199189" y="4138233"/>
                <a:ext cx="3950185" cy="1751072"/>
              </a:xfrm>
              <a:prstGeom prst="roundRect">
                <a:avLst>
                  <a:gd name="adj" fmla="val 777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4818C2F2-D2E1-668E-39ED-D732599009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222643">
                <a:off x="7579396" y="5376697"/>
                <a:ext cx="359415" cy="359415"/>
              </a:xfrm>
              <a:prstGeom prst="rect">
                <a:avLst/>
              </a:prstGeom>
            </p:spPr>
          </p:pic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C4D2CC45-D091-D835-5988-7670716D66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9151" y="4482705"/>
                <a:ext cx="1761643" cy="97290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10B1E220-7EA4-E8EA-DFE7-14683EE46827}"/>
                  </a:ext>
                </a:extLst>
              </p:cNvPr>
              <p:cNvSpPr/>
              <p:nvPr/>
            </p:nvSpPr>
            <p:spPr>
              <a:xfrm>
                <a:off x="9678270" y="4347121"/>
                <a:ext cx="207929" cy="2122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4F39ED-2FE6-6DDE-98F9-B6A54A7A2CEC}"/>
                  </a:ext>
                </a:extLst>
              </p:cNvPr>
              <p:cNvSpPr txBox="1"/>
              <p:nvPr/>
            </p:nvSpPr>
            <p:spPr>
              <a:xfrm>
                <a:off x="9054540" y="5578281"/>
                <a:ext cx="22008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/>
                  <a:t>원하는 시간 및 각도로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도달</a:t>
                </a:r>
              </a:p>
            </p:txBody>
          </p:sp>
        </p:grpSp>
        <p:sp>
          <p:nvSpPr>
            <p:cNvPr id="39" name="원호 38">
              <a:extLst>
                <a:ext uri="{FF2B5EF4-FFF2-40B4-BE49-F238E27FC236}">
                  <a16:creationId xmlns:a16="http://schemas.microsoft.com/office/drawing/2014/main" id="{A26A73FD-5175-9ED0-8400-B88B7C661B86}"/>
                </a:ext>
              </a:extLst>
            </p:cNvPr>
            <p:cNvSpPr/>
            <p:nvPr/>
          </p:nvSpPr>
          <p:spPr>
            <a:xfrm rot="4202281">
              <a:off x="8315313" y="3987162"/>
              <a:ext cx="714679" cy="2399384"/>
            </a:xfrm>
            <a:prstGeom prst="arc">
              <a:avLst>
                <a:gd name="adj1" fmla="val 16193046"/>
                <a:gd name="adj2" fmla="val 4480255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원호 40">
              <a:extLst>
                <a:ext uri="{FF2B5EF4-FFF2-40B4-BE49-F238E27FC236}">
                  <a16:creationId xmlns:a16="http://schemas.microsoft.com/office/drawing/2014/main" id="{BE7C7976-56D5-C58A-1EF2-C7812C0A7135}"/>
                </a:ext>
              </a:extLst>
            </p:cNvPr>
            <p:cNvSpPr/>
            <p:nvPr/>
          </p:nvSpPr>
          <p:spPr>
            <a:xfrm rot="3289600" flipH="1" flipV="1">
              <a:off x="8420374" y="4231684"/>
              <a:ext cx="871367" cy="2193617"/>
            </a:xfrm>
            <a:prstGeom prst="arc">
              <a:avLst>
                <a:gd name="adj1" fmla="val 17000507"/>
                <a:gd name="adj2" fmla="val 513636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원호 41">
            <a:extLst>
              <a:ext uri="{FF2B5EF4-FFF2-40B4-BE49-F238E27FC236}">
                <a16:creationId xmlns:a16="http://schemas.microsoft.com/office/drawing/2014/main" id="{EFCBEEB6-4942-B1D1-1E24-29E3A722A77A}"/>
              </a:ext>
            </a:extLst>
          </p:cNvPr>
          <p:cNvSpPr/>
          <p:nvPr/>
        </p:nvSpPr>
        <p:spPr>
          <a:xfrm rot="3289600" flipH="1" flipV="1">
            <a:off x="8197569" y="4249539"/>
            <a:ext cx="1400760" cy="2144750"/>
          </a:xfrm>
          <a:prstGeom prst="arc">
            <a:avLst>
              <a:gd name="adj1" fmla="val 17000507"/>
              <a:gd name="adj2" fmla="val 518417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76C5D6-4EDE-D86A-5E64-F1D1E9E58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CC6C78-7872-CDDA-9014-B81EA9A4F45D}"/>
              </a:ext>
            </a:extLst>
          </p:cNvPr>
          <p:cNvGrpSpPr/>
          <p:nvPr/>
        </p:nvGrpSpPr>
        <p:grpSpPr>
          <a:xfrm>
            <a:off x="7261416" y="1568593"/>
            <a:ext cx="3950185" cy="1751072"/>
            <a:chOff x="7199189" y="1926166"/>
            <a:chExt cx="3950185" cy="1751072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FF1209F-2332-CDD9-1A6B-5A5DA6D79828}"/>
                </a:ext>
              </a:extLst>
            </p:cNvPr>
            <p:cNvGrpSpPr/>
            <p:nvPr/>
          </p:nvGrpSpPr>
          <p:grpSpPr>
            <a:xfrm>
              <a:off x="7199189" y="1926166"/>
              <a:ext cx="3950185" cy="1751072"/>
              <a:chOff x="7199190" y="1743952"/>
              <a:chExt cx="3950185" cy="1751072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86BA8DD9-D8E1-3F29-249A-DC29C9B66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76442" y="1922797"/>
                <a:ext cx="2306203" cy="586206"/>
              </a:xfrm>
              <a:prstGeom prst="curvedConnector3">
                <a:avLst>
                  <a:gd name="adj1" fmla="val 55742"/>
                </a:avLst>
              </a:prstGeom>
              <a:ln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15CC5A86-24FA-5429-AC46-2620CBA26CBE}"/>
                  </a:ext>
                </a:extLst>
              </p:cNvPr>
              <p:cNvSpPr/>
              <p:nvPr/>
            </p:nvSpPr>
            <p:spPr>
              <a:xfrm>
                <a:off x="7199190" y="1743952"/>
                <a:ext cx="3950185" cy="1751072"/>
              </a:xfrm>
              <a:prstGeom prst="roundRect">
                <a:avLst>
                  <a:gd name="adj" fmla="val 777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157525A-8459-F584-DEBE-2D92CF832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706538">
                <a:off x="7760961" y="3058410"/>
                <a:ext cx="359415" cy="359415"/>
              </a:xfrm>
              <a:prstGeom prst="rect">
                <a:avLst/>
              </a:prstGeom>
            </p:spPr>
          </p:pic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B8038136-45F2-2545-CF9D-67284CA9D65D}"/>
                  </a:ext>
                </a:extLst>
              </p:cNvPr>
              <p:cNvCxnSpPr>
                <a:cxnSpLocks/>
                <a:endCxn id="53" idx="2"/>
              </p:cNvCxnSpPr>
              <p:nvPr/>
            </p:nvCxnSpPr>
            <p:spPr>
              <a:xfrm flipV="1">
                <a:off x="7990141" y="2186509"/>
                <a:ext cx="1761643" cy="97290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BACA0F87-66CC-D049-4FE5-6AF4E41453C9}"/>
                  </a:ext>
                </a:extLst>
              </p:cNvPr>
              <p:cNvSpPr/>
              <p:nvPr/>
            </p:nvSpPr>
            <p:spPr>
              <a:xfrm>
                <a:off x="9751784" y="2080380"/>
                <a:ext cx="207929" cy="2122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49D1A0E-8640-1D31-9DC5-D45638F9C287}"/>
                  </a:ext>
                </a:extLst>
              </p:cNvPr>
              <p:cNvSpPr txBox="1"/>
              <p:nvPr/>
            </p:nvSpPr>
            <p:spPr>
              <a:xfrm>
                <a:off x="8651373" y="3053436"/>
                <a:ext cx="22008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/>
                  <a:t>표적 기동을 보상하여 추적</a:t>
                </a:r>
              </a:p>
            </p:txBody>
          </p: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F2D485F-D88C-DB3B-B875-C76653ACB9CD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flipH="1" flipV="1">
              <a:off x="9633894" y="2136610"/>
              <a:ext cx="148339" cy="157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EDFF582-BA10-2248-FCE8-07F4E9E963F8}"/>
                    </a:ext>
                  </a:extLst>
                </p:cNvPr>
                <p:cNvSpPr txBox="1"/>
                <p:nvPr/>
              </p:nvSpPr>
              <p:spPr>
                <a:xfrm>
                  <a:off x="9241718" y="1930061"/>
                  <a:ext cx="453842" cy="2530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0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sz="1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0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000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EDFF582-BA10-2248-FCE8-07F4E9E963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1718" y="1930061"/>
                  <a:ext cx="453842" cy="2530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007E084-4F50-B282-2B11-8689ED88796E}"/>
                </a:ext>
              </a:extLst>
            </p:cNvPr>
            <p:cNvGrpSpPr/>
            <p:nvPr/>
          </p:nvGrpSpPr>
          <p:grpSpPr>
            <a:xfrm rot="19686775">
              <a:off x="8176888" y="3144294"/>
              <a:ext cx="644994" cy="160986"/>
              <a:chOff x="6774533" y="5321613"/>
              <a:chExt cx="1058028" cy="276999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EFB6F185-0D00-F4A3-02EB-8D9221CCF021}"/>
                  </a:ext>
                </a:extLst>
              </p:cNvPr>
              <p:cNvCxnSpPr>
                <a:cxnSpLocks/>
              </p:cNvCxnSpPr>
              <p:nvPr/>
            </p:nvCxnSpPr>
            <p:spPr>
              <a:xfrm rot="1913225" flipV="1">
                <a:off x="6774533" y="5358163"/>
                <a:ext cx="628428" cy="1823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B7622A9-0C09-FF39-0D38-E084461FF363}"/>
                      </a:ext>
                    </a:extLst>
                  </p:cNvPr>
                  <p:cNvSpPr txBox="1"/>
                  <p:nvPr/>
                </p:nvSpPr>
                <p:spPr>
                  <a:xfrm rot="1913225">
                    <a:off x="7489394" y="5321613"/>
                    <a:ext cx="34316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B7622A9-0C09-FF39-0D38-E084461FF3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13225">
                    <a:off x="7489394" y="5321613"/>
                    <a:ext cx="343167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42857" b="-6153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4DD1224-AF33-72C8-76C5-3B918C2A2B62}"/>
                </a:ext>
              </a:extLst>
            </p:cNvPr>
            <p:cNvSpPr txBox="1"/>
            <p:nvPr/>
          </p:nvSpPr>
          <p:spPr>
            <a:xfrm>
              <a:off x="9959712" y="2211843"/>
              <a:ext cx="1181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기동하는 표적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8EFC333-C897-4431-AFEE-27B7A74212D3}"/>
                </a:ext>
              </a:extLst>
            </p:cNvPr>
            <p:cNvSpPr/>
            <p:nvPr/>
          </p:nvSpPr>
          <p:spPr>
            <a:xfrm rot="14393150">
              <a:off x="9649141" y="2261571"/>
              <a:ext cx="104723" cy="103080"/>
            </a:xfrm>
            <a:custGeom>
              <a:avLst/>
              <a:gdLst>
                <a:gd name="csX0" fmla="*/ 0 w 204786"/>
                <a:gd name="csY0" fmla="*/ 704 h 233364"/>
                <a:gd name="csX1" fmla="*/ 203838 w 204786"/>
                <a:gd name="csY1" fmla="*/ 704 h 233364"/>
                <a:gd name="csX2" fmla="*/ 203838 w 204786"/>
                <a:gd name="csY2" fmla="*/ 233364 h 233364"/>
                <a:gd name="csX3" fmla="*/ 204786 w 204786"/>
                <a:gd name="csY3" fmla="*/ 0 h 233364"/>
                <a:gd name="csX4" fmla="*/ 0 w 204786"/>
                <a:gd name="csY4" fmla="*/ 704 h 233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4786" h="233364">
                  <a:moveTo>
                    <a:pt x="0" y="704"/>
                  </a:moveTo>
                  <a:lnTo>
                    <a:pt x="203838" y="704"/>
                  </a:lnTo>
                  <a:lnTo>
                    <a:pt x="203838" y="233364"/>
                  </a:lnTo>
                  <a:cubicBezTo>
                    <a:pt x="204154" y="153989"/>
                    <a:pt x="204470" y="79375"/>
                    <a:pt x="204786" y="0"/>
                  </a:cubicBezTo>
                  <a:lnTo>
                    <a:pt x="0" y="704"/>
                  </a:lnTo>
                  <a:close/>
                </a:path>
              </a:pathLst>
            </a:cu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4647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A2B3-9AC9-97B7-DB39-D5410450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60732FD-0827-D7C5-FA4F-063B6F2F1DB6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유도 기법</a:t>
            </a:r>
            <a:endParaRPr lang="en-US" altLang="ko-KR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9F75EA-569F-24DC-65E7-4BCF276455B4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7F970AB-9D6C-B0A6-3716-C22EBAB6AB78}"/>
              </a:ext>
            </a:extLst>
          </p:cNvPr>
          <p:cNvSpPr/>
          <p:nvPr/>
        </p:nvSpPr>
        <p:spPr>
          <a:xfrm>
            <a:off x="309785" y="3102653"/>
            <a:ext cx="1560129" cy="1588157"/>
          </a:xfrm>
          <a:prstGeom prst="roundRect">
            <a:avLst>
              <a:gd name="adj" fmla="val 777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Classical PN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2DB2EE7-854F-72E7-8595-CCCE0FA8A578}"/>
              </a:ext>
            </a:extLst>
          </p:cNvPr>
          <p:cNvSpPr/>
          <p:nvPr/>
        </p:nvSpPr>
        <p:spPr>
          <a:xfrm>
            <a:off x="2723361" y="1825319"/>
            <a:ext cx="3950185" cy="1947250"/>
          </a:xfrm>
          <a:prstGeom prst="roundRect">
            <a:avLst>
              <a:gd name="adj" fmla="val 777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3AA491A-F100-57AB-C0AA-AD3793781F0C}"/>
              </a:ext>
            </a:extLst>
          </p:cNvPr>
          <p:cNvSpPr/>
          <p:nvPr/>
        </p:nvSpPr>
        <p:spPr>
          <a:xfrm>
            <a:off x="2721906" y="4124305"/>
            <a:ext cx="3950185" cy="2258682"/>
          </a:xfrm>
          <a:prstGeom prst="roundRect">
            <a:avLst>
              <a:gd name="adj" fmla="val 7774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bg2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CA9D9BA-63B7-C3D8-F8D6-5431A551C08F}"/>
              </a:ext>
            </a:extLst>
          </p:cNvPr>
          <p:cNvSpPr/>
          <p:nvPr/>
        </p:nvSpPr>
        <p:spPr>
          <a:xfrm>
            <a:off x="2860520" y="1940158"/>
            <a:ext cx="3641180" cy="2711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타겟 기동 보상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FB3BC7-963C-D4E8-0065-926B2723ACDF}"/>
                  </a:ext>
                </a:extLst>
              </p:cNvPr>
              <p:cNvSpPr txBox="1"/>
              <p:nvPr/>
            </p:nvSpPr>
            <p:spPr>
              <a:xfrm>
                <a:off x="2860520" y="2362301"/>
                <a:ext cx="3641180" cy="10208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Augmented PN (APN)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sz="1400" b="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en-US" sz="1200" dirty="0"/>
                  <a:t> 표적 가속도의 </a:t>
                </a:r>
                <a:r>
                  <a:rPr lang="en-US" altLang="ko-KR" sz="1200" dirty="0"/>
                  <a:t>LOS </a:t>
                </a:r>
                <a:r>
                  <a:rPr lang="ko-KR" altLang="en-US" sz="1200" dirty="0"/>
                  <a:t>법선 방향 성분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FB3BC7-963C-D4E8-0065-926B2723A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20" y="2362301"/>
                <a:ext cx="3641180" cy="1020857"/>
              </a:xfrm>
              <a:prstGeom prst="rect">
                <a:avLst/>
              </a:prstGeom>
              <a:blipFill>
                <a:blip r:embed="rId3"/>
                <a:stretch>
                  <a:fillRect l="-669" t="-1796" b="-3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812774A-365B-EDB2-9CD3-9C0619C816C8}"/>
              </a:ext>
            </a:extLst>
          </p:cNvPr>
          <p:cNvSpPr/>
          <p:nvPr/>
        </p:nvSpPr>
        <p:spPr>
          <a:xfrm>
            <a:off x="2860520" y="4211538"/>
            <a:ext cx="3641180" cy="2711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2"/>
                </a:solidFill>
              </a:rPr>
              <a:t>충돌 각 및 시간을 고려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4546FE-5396-A028-E44F-4ED8721D6657}"/>
                  </a:ext>
                </a:extLst>
              </p:cNvPr>
              <p:cNvSpPr txBox="1"/>
              <p:nvPr/>
            </p:nvSpPr>
            <p:spPr>
              <a:xfrm>
                <a:off x="2860520" y="4625043"/>
                <a:ext cx="3641180" cy="163378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bg2"/>
                    </a:solidFill>
                  </a:rPr>
                  <a:t>Bias PN (BPN)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acc>
                          <m:accPr>
                            <m:chr m:val="̇"/>
                            <m:ctrlPr>
                              <a:rPr lang="en-US" altLang="ko-KR" sz="14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</m:acc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sz="1400" b="0" dirty="0">
                  <a:solidFill>
                    <a:schemeClr val="bg2"/>
                  </a:solidFill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: 편</m:t>
                    </m:r>
                  </m:oMath>
                </a14:m>
                <a:r>
                  <a:rPr lang="ko-KR" altLang="en-US" sz="1200" dirty="0">
                    <a:solidFill>
                      <a:schemeClr val="bg2"/>
                    </a:solidFill>
                  </a:rPr>
                  <a:t>향</a:t>
                </a:r>
                <a:endParaRPr lang="en-US" altLang="ko-KR" sz="1200" dirty="0">
                  <a:solidFill>
                    <a:schemeClr val="bg2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bg2"/>
                    </a:solidFill>
                  </a:rPr>
                  <a:t>Impact time control + PN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acc>
                      <m:accPr>
                        <m:chr m:val="̇"/>
                        <m:ctrlP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sz="1600" b="0" i="1" dirty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ko-KR" sz="16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1600" b="0" i="1" dirty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altLang="ko-KR" sz="1600" b="0" dirty="0">
                  <a:solidFill>
                    <a:schemeClr val="bg2"/>
                  </a:solidFill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chemeClr val="bg2"/>
                    </a:solidFill>
                  </a:rPr>
                  <a:t>: </a:t>
                </a:r>
                <a:r>
                  <a:rPr lang="ko-KR" altLang="en-US" sz="1200" dirty="0">
                    <a:solidFill>
                      <a:schemeClr val="bg2"/>
                    </a:solidFill>
                  </a:rPr>
                  <a:t>충돌시각 오차 피드백 이득</a:t>
                </a:r>
                <a:endParaRPr lang="en-US" altLang="ko-KR" sz="1200" dirty="0">
                  <a:solidFill>
                    <a:schemeClr val="bg2"/>
                  </a:solidFill>
                </a:endParaRP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en-US" sz="1200" dirty="0">
                    <a:solidFill>
                      <a:schemeClr val="bg2"/>
                    </a:solidFill>
                  </a:rPr>
                  <a:t> 충돌시각 오차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4546FE-5396-A028-E44F-4ED8721D6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520" y="4625043"/>
                <a:ext cx="3641180" cy="1633781"/>
              </a:xfrm>
              <a:prstGeom prst="rect">
                <a:avLst/>
              </a:prstGeom>
              <a:blipFill>
                <a:blip r:embed="rId4"/>
                <a:stretch>
                  <a:fillRect l="-500" t="-741" b="-1481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그룹 29">
            <a:extLst>
              <a:ext uri="{FF2B5EF4-FFF2-40B4-BE49-F238E27FC236}">
                <a16:creationId xmlns:a16="http://schemas.microsoft.com/office/drawing/2014/main" id="{BA9ECFA8-603F-EFBF-A0D2-039CF9885C4E}"/>
              </a:ext>
            </a:extLst>
          </p:cNvPr>
          <p:cNvGrpSpPr/>
          <p:nvPr/>
        </p:nvGrpSpPr>
        <p:grpSpPr>
          <a:xfrm>
            <a:off x="7199189" y="1917201"/>
            <a:ext cx="3950185" cy="1751072"/>
            <a:chOff x="7199190" y="1743952"/>
            <a:chExt cx="3950185" cy="1751072"/>
          </a:xfrm>
        </p:grpSpPr>
        <p:cxnSp>
          <p:nvCxnSpPr>
            <p:cNvPr id="7" name="연결선: 구부러짐 6">
              <a:extLst>
                <a:ext uri="{FF2B5EF4-FFF2-40B4-BE49-F238E27FC236}">
                  <a16:creationId xmlns:a16="http://schemas.microsoft.com/office/drawing/2014/main" id="{92B7BEA0-929F-16B3-C701-A87009C5ED43}"/>
                </a:ext>
              </a:extLst>
            </p:cNvPr>
            <p:cNvCxnSpPr>
              <a:cxnSpLocks/>
            </p:cNvCxnSpPr>
            <p:nvPr/>
          </p:nvCxnSpPr>
          <p:spPr>
            <a:xfrm>
              <a:off x="8576442" y="1922797"/>
              <a:ext cx="2306203" cy="586206"/>
            </a:xfrm>
            <a:prstGeom prst="curvedConnector3">
              <a:avLst>
                <a:gd name="adj1" fmla="val 55742"/>
              </a:avLst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DE4622E-19D1-D9A2-B4DD-57EB414C6B45}"/>
                </a:ext>
              </a:extLst>
            </p:cNvPr>
            <p:cNvSpPr/>
            <p:nvPr/>
          </p:nvSpPr>
          <p:spPr>
            <a:xfrm>
              <a:off x="7199190" y="1743952"/>
              <a:ext cx="3950185" cy="1751072"/>
            </a:xfrm>
            <a:prstGeom prst="roundRect">
              <a:avLst>
                <a:gd name="adj" fmla="val 777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83849E3-54A1-AB0D-9991-9D50A929238E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7990141" y="2186509"/>
              <a:ext cx="1761643" cy="97290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78B154AD-AB5E-1C78-3081-A09A9F7F1F1B}"/>
                </a:ext>
              </a:extLst>
            </p:cNvPr>
            <p:cNvSpPr/>
            <p:nvPr/>
          </p:nvSpPr>
          <p:spPr>
            <a:xfrm>
              <a:off x="9751784" y="2080380"/>
              <a:ext cx="207929" cy="2122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1D05CAF-3DBE-0E14-4AC4-8C550DB1F0D5}"/>
                </a:ext>
              </a:extLst>
            </p:cNvPr>
            <p:cNvSpPr txBox="1"/>
            <p:nvPr/>
          </p:nvSpPr>
          <p:spPr>
            <a:xfrm>
              <a:off x="9959713" y="2029629"/>
              <a:ext cx="1181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기동하는 표적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574678B-DAB0-72B1-DBB5-18866B737876}"/>
                </a:ext>
              </a:extLst>
            </p:cNvPr>
            <p:cNvSpPr txBox="1"/>
            <p:nvPr/>
          </p:nvSpPr>
          <p:spPr>
            <a:xfrm>
              <a:off x="8651373" y="3053436"/>
              <a:ext cx="2200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표적 기동을 보상하여 추적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378E5CA-33A2-01E0-B3F1-C41AF0657320}"/>
              </a:ext>
            </a:extLst>
          </p:cNvPr>
          <p:cNvGrpSpPr/>
          <p:nvPr/>
        </p:nvGrpSpPr>
        <p:grpSpPr>
          <a:xfrm>
            <a:off x="7199190" y="4378110"/>
            <a:ext cx="4056173" cy="1751072"/>
            <a:chOff x="7199189" y="4138233"/>
            <a:chExt cx="4056173" cy="1751072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9DE99BC-0B10-4F11-79AF-4FCEA39BFD2B}"/>
                </a:ext>
              </a:extLst>
            </p:cNvPr>
            <p:cNvSpPr/>
            <p:nvPr/>
          </p:nvSpPr>
          <p:spPr>
            <a:xfrm>
              <a:off x="7199189" y="4138233"/>
              <a:ext cx="3950185" cy="1751072"/>
            </a:xfrm>
            <a:prstGeom prst="roundRect">
              <a:avLst>
                <a:gd name="adj" fmla="val 7774"/>
              </a:avLst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bg2"/>
                </a:solidFill>
              </a:endParaRPr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9E54F27A-76D2-4F11-AFA1-327FC955F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22643">
              <a:off x="7579396" y="5376697"/>
              <a:ext cx="359415" cy="359415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611710C6-A1B6-2FE6-15F9-5919682D5E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49151" y="4482705"/>
              <a:ext cx="1761643" cy="972900"/>
            </a:xfrm>
            <a:prstGeom prst="line">
              <a:avLst/>
            </a:prstGeom>
            <a:ln>
              <a:solidFill>
                <a:schemeClr val="bg2"/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4278C381-7849-4968-0E99-87A80FBD1EC2}"/>
                </a:ext>
              </a:extLst>
            </p:cNvPr>
            <p:cNvSpPr/>
            <p:nvPr/>
          </p:nvSpPr>
          <p:spPr>
            <a:xfrm>
              <a:off x="9678270" y="4347121"/>
              <a:ext cx="207929" cy="212258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29D4E40-A9FC-54F7-B5E6-609FBE29A407}"/>
                </a:ext>
              </a:extLst>
            </p:cNvPr>
            <p:cNvSpPr txBox="1"/>
            <p:nvPr/>
          </p:nvSpPr>
          <p:spPr>
            <a:xfrm>
              <a:off x="9054540" y="5578281"/>
              <a:ext cx="2200822" cy="276999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bg2"/>
                  </a:solidFill>
                </a:rPr>
                <a:t>원하는 시간 및 각도로</a:t>
              </a:r>
              <a:r>
                <a:rPr lang="en-US" altLang="ko-KR" sz="1200" dirty="0">
                  <a:solidFill>
                    <a:schemeClr val="bg2"/>
                  </a:solidFill>
                </a:rPr>
                <a:t> </a:t>
              </a:r>
              <a:r>
                <a:rPr lang="ko-KR" altLang="en-US" sz="1200" dirty="0">
                  <a:solidFill>
                    <a:schemeClr val="bg2"/>
                  </a:solidFill>
                </a:rPr>
                <a:t>도달</a:t>
              </a:r>
            </a:p>
          </p:txBody>
        </p:sp>
      </p:grp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47521E6-7499-1800-DC16-D064ABB3E345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V="1">
            <a:off x="6673546" y="2792737"/>
            <a:ext cx="525643" cy="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423F64D-98B7-0042-AD50-F0BA60BCD0AA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6672091" y="5253646"/>
            <a:ext cx="527099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662C1A02-0731-ED90-1FFD-0E957E6BA2F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1869914" y="2798944"/>
            <a:ext cx="853447" cy="10977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5D5F923B-B959-7C31-6113-A68E7D187A3A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1869914" y="3896732"/>
            <a:ext cx="851992" cy="13569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원호 38">
            <a:extLst>
              <a:ext uri="{FF2B5EF4-FFF2-40B4-BE49-F238E27FC236}">
                <a16:creationId xmlns:a16="http://schemas.microsoft.com/office/drawing/2014/main" id="{FC863B8E-B8D3-8765-6A11-F90B66B0C738}"/>
              </a:ext>
            </a:extLst>
          </p:cNvPr>
          <p:cNvSpPr/>
          <p:nvPr/>
        </p:nvSpPr>
        <p:spPr>
          <a:xfrm rot="4202281">
            <a:off x="8315313" y="3987162"/>
            <a:ext cx="714679" cy="2399384"/>
          </a:xfrm>
          <a:prstGeom prst="arc">
            <a:avLst>
              <a:gd name="adj1" fmla="val 16193046"/>
              <a:gd name="adj2" fmla="val 4480255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/>
              </a:solidFill>
            </a:endParaRPr>
          </a:p>
        </p:txBody>
      </p:sp>
      <p:sp>
        <p:nvSpPr>
          <p:cNvPr id="40" name="원호 39">
            <a:extLst>
              <a:ext uri="{FF2B5EF4-FFF2-40B4-BE49-F238E27FC236}">
                <a16:creationId xmlns:a16="http://schemas.microsoft.com/office/drawing/2014/main" id="{EBB39C8C-6944-8163-A6DD-69C71FB7EE7F}"/>
              </a:ext>
            </a:extLst>
          </p:cNvPr>
          <p:cNvSpPr/>
          <p:nvPr/>
        </p:nvSpPr>
        <p:spPr>
          <a:xfrm rot="4202281">
            <a:off x="8001708" y="4021056"/>
            <a:ext cx="1574580" cy="2171334"/>
          </a:xfrm>
          <a:prstGeom prst="arc">
            <a:avLst>
              <a:gd name="adj1" fmla="val 16346943"/>
              <a:gd name="adj2" fmla="val 4480255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/>
              </a:solidFill>
            </a:endParaRPr>
          </a:p>
        </p:txBody>
      </p:sp>
      <p:sp>
        <p:nvSpPr>
          <p:cNvPr id="41" name="원호 40">
            <a:extLst>
              <a:ext uri="{FF2B5EF4-FFF2-40B4-BE49-F238E27FC236}">
                <a16:creationId xmlns:a16="http://schemas.microsoft.com/office/drawing/2014/main" id="{122E233A-8604-194C-2F76-4FBC57AC0B24}"/>
              </a:ext>
            </a:extLst>
          </p:cNvPr>
          <p:cNvSpPr/>
          <p:nvPr/>
        </p:nvSpPr>
        <p:spPr>
          <a:xfrm rot="3289600" flipH="1" flipV="1">
            <a:off x="8420374" y="4231684"/>
            <a:ext cx="871367" cy="2193617"/>
          </a:xfrm>
          <a:prstGeom prst="arc">
            <a:avLst>
              <a:gd name="adj1" fmla="val 17000507"/>
              <a:gd name="adj2" fmla="val 5136360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/>
              </a:solidFill>
            </a:endParaRPr>
          </a:p>
        </p:txBody>
      </p:sp>
      <p:sp>
        <p:nvSpPr>
          <p:cNvPr id="42" name="원호 41">
            <a:extLst>
              <a:ext uri="{FF2B5EF4-FFF2-40B4-BE49-F238E27FC236}">
                <a16:creationId xmlns:a16="http://schemas.microsoft.com/office/drawing/2014/main" id="{4C3CE720-54B5-8E06-EB9C-69AE6A289ED4}"/>
              </a:ext>
            </a:extLst>
          </p:cNvPr>
          <p:cNvSpPr/>
          <p:nvPr/>
        </p:nvSpPr>
        <p:spPr>
          <a:xfrm rot="3289600" flipH="1" flipV="1">
            <a:off x="8197569" y="4249539"/>
            <a:ext cx="1400760" cy="2144750"/>
          </a:xfrm>
          <a:prstGeom prst="arc">
            <a:avLst>
              <a:gd name="adj1" fmla="val 17000507"/>
              <a:gd name="adj2" fmla="val 5184171"/>
            </a:avLst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2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84C7B8-053B-C326-CEED-DBA5082FD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F22707F-71AF-7105-F313-213CA1BA5CCC}"/>
              </a:ext>
            </a:extLst>
          </p:cNvPr>
          <p:cNvCxnSpPr>
            <a:cxnSpLocks/>
            <a:stCxn id="53" idx="1"/>
          </p:cNvCxnSpPr>
          <p:nvPr/>
        </p:nvCxnSpPr>
        <p:spPr>
          <a:xfrm flipH="1" flipV="1">
            <a:off x="9601200" y="2096046"/>
            <a:ext cx="181033" cy="188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876876-8B8F-40DE-29F9-9252653C8EDD}"/>
                  </a:ext>
                </a:extLst>
              </p:cNvPr>
              <p:cNvSpPr txBox="1"/>
              <p:nvPr/>
            </p:nvSpPr>
            <p:spPr>
              <a:xfrm>
                <a:off x="9256953" y="1903457"/>
                <a:ext cx="453842" cy="253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0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876876-8B8F-40DE-29F9-9252653C8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953" y="1903457"/>
                <a:ext cx="453842" cy="2530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>
            <a:extLst>
              <a:ext uri="{FF2B5EF4-FFF2-40B4-BE49-F238E27FC236}">
                <a16:creationId xmlns:a16="http://schemas.microsoft.com/office/drawing/2014/main" id="{951AF08C-5855-B42A-3A24-E20843C8C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755">
            <a:off x="7671280" y="3222417"/>
            <a:ext cx="359415" cy="359415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65812262-A6ED-E91B-7ED9-B7A0F7CB916E}"/>
              </a:ext>
            </a:extLst>
          </p:cNvPr>
          <p:cNvGrpSpPr/>
          <p:nvPr/>
        </p:nvGrpSpPr>
        <p:grpSpPr>
          <a:xfrm rot="19686775">
            <a:off x="8129105" y="3249565"/>
            <a:ext cx="546771" cy="172688"/>
            <a:chOff x="6798122" y="5845526"/>
            <a:chExt cx="896907" cy="297134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B60DF050-B895-2DB1-C4BC-00A55BE987C6}"/>
                </a:ext>
              </a:extLst>
            </p:cNvPr>
            <p:cNvCxnSpPr>
              <a:cxnSpLocks/>
            </p:cNvCxnSpPr>
            <p:nvPr/>
          </p:nvCxnSpPr>
          <p:spPr>
            <a:xfrm rot="1913225" flipV="1">
              <a:off x="6798122" y="5845526"/>
              <a:ext cx="543970" cy="788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2C50462-3431-CCA3-38E7-3772C6F743C7}"/>
                    </a:ext>
                  </a:extLst>
                </p:cNvPr>
                <p:cNvSpPr txBox="1"/>
                <p:nvPr/>
              </p:nvSpPr>
              <p:spPr>
                <a:xfrm rot="1913225">
                  <a:off x="7351862" y="5865661"/>
                  <a:ext cx="34316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2C50462-3431-CCA3-38E7-3772C6F74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3225">
                  <a:off x="7351862" y="5865661"/>
                  <a:ext cx="343167" cy="276999"/>
                </a:xfrm>
                <a:prstGeom prst="rect">
                  <a:avLst/>
                </a:prstGeom>
                <a:blipFill>
                  <a:blip r:embed="rId8"/>
                  <a:stretch>
                    <a:fillRect r="-42857" b="-5925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직사각형 20">
            <a:extLst>
              <a:ext uri="{FF2B5EF4-FFF2-40B4-BE49-F238E27FC236}">
                <a16:creationId xmlns:a16="http://schemas.microsoft.com/office/drawing/2014/main" id="{D2264F7B-0E55-E301-F306-94C063C6139A}"/>
              </a:ext>
            </a:extLst>
          </p:cNvPr>
          <p:cNvSpPr/>
          <p:nvPr/>
        </p:nvSpPr>
        <p:spPr>
          <a:xfrm rot="14393150">
            <a:off x="9649141" y="2261571"/>
            <a:ext cx="104723" cy="103080"/>
          </a:xfrm>
          <a:custGeom>
            <a:avLst/>
            <a:gdLst>
              <a:gd name="csX0" fmla="*/ 0 w 204786"/>
              <a:gd name="csY0" fmla="*/ 704 h 233364"/>
              <a:gd name="csX1" fmla="*/ 203838 w 204786"/>
              <a:gd name="csY1" fmla="*/ 704 h 233364"/>
              <a:gd name="csX2" fmla="*/ 203838 w 204786"/>
              <a:gd name="csY2" fmla="*/ 233364 h 233364"/>
              <a:gd name="csX3" fmla="*/ 204786 w 204786"/>
              <a:gd name="csY3" fmla="*/ 0 h 233364"/>
              <a:gd name="csX4" fmla="*/ 0 w 204786"/>
              <a:gd name="csY4" fmla="*/ 704 h 233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4786" h="233364">
                <a:moveTo>
                  <a:pt x="0" y="704"/>
                </a:moveTo>
                <a:lnTo>
                  <a:pt x="203838" y="704"/>
                </a:lnTo>
                <a:lnTo>
                  <a:pt x="203838" y="233364"/>
                </a:lnTo>
                <a:cubicBezTo>
                  <a:pt x="204154" y="153989"/>
                  <a:pt x="204470" y="79375"/>
                  <a:pt x="204786" y="0"/>
                </a:cubicBezTo>
                <a:lnTo>
                  <a:pt x="0" y="704"/>
                </a:lnTo>
                <a:close/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740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6584-27DC-17B1-1632-461B5E36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B813951-92D6-0310-6541-374D95722794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유도 기법</a:t>
            </a:r>
            <a:endParaRPr lang="en-US" altLang="ko-KR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FF9B8A-058A-5561-2F9B-0DDFF9BFC6D0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562EB75-50A9-407D-2280-DABDD8E358E8}"/>
              </a:ext>
            </a:extLst>
          </p:cNvPr>
          <p:cNvSpPr/>
          <p:nvPr/>
        </p:nvSpPr>
        <p:spPr>
          <a:xfrm>
            <a:off x="604209" y="1522630"/>
            <a:ext cx="3641180" cy="2711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타겟 기동 보상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B0265D-1965-9132-5A9B-C17CB7AB64B3}"/>
                  </a:ext>
                </a:extLst>
              </p:cNvPr>
              <p:cNvSpPr txBox="1"/>
              <p:nvPr/>
            </p:nvSpPr>
            <p:spPr>
              <a:xfrm>
                <a:off x="556898" y="2023027"/>
                <a:ext cx="5539102" cy="1927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APN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기동 표적을 더 잘 처리하기 위해 </a:t>
                </a:r>
                <a:r>
                  <a:rPr lang="en-US" altLang="ko-KR" sz="1600" dirty="0"/>
                  <a:t>PN</a:t>
                </a:r>
                <a:r>
                  <a:rPr lang="ko-KR" altLang="en-US" sz="1600" dirty="0"/>
                  <a:t>을 수정한 방식</a:t>
                </a:r>
                <a:endParaRPr lang="en-US" altLang="ko-KR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0" dirty="0">
                    <a:latin typeface="Cambria Math" panose="02040503050406030204" pitchFamily="18" charset="0"/>
                  </a:rPr>
                  <a:t>LOS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에 수직한 표적 가속도의 </a:t>
                </a:r>
                <a:r>
                  <a:rPr lang="en-US" altLang="ko-KR" sz="1600" b="0" dirty="0">
                    <a:latin typeface="Cambria Math" panose="02040503050406030204" pitchFamily="18" charset="0"/>
                  </a:rPr>
                  <a:t>LOS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법선 방향 성분에 비례하는 </a:t>
                </a:r>
                <a:r>
                  <a:rPr lang="en-US" altLang="ko-KR" sz="1600" b="0" dirty="0">
                    <a:latin typeface="Cambria Math" panose="02040503050406030204" pitchFamily="18" charset="0"/>
                  </a:rPr>
                  <a:t>feed-forward </a:t>
                </a:r>
                <a:r>
                  <a:rPr lang="ko-KR" altLang="en-US" sz="1600" b="0" dirty="0">
                    <a:latin typeface="Cambria Math" panose="02040503050406030204" pitchFamily="18" charset="0"/>
                  </a:rPr>
                  <a:t>항을 추가</a:t>
                </a:r>
                <a:endParaRPr lang="en-US" altLang="ko-KR" sz="1600" b="0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sz="1600" b="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ko-KR" altLang="en-US" sz="1400" dirty="0"/>
                  <a:t> 표적 가속도의 </a:t>
                </a:r>
                <a:r>
                  <a:rPr lang="en-US" altLang="ko-KR" sz="1400" dirty="0"/>
                  <a:t>LOS </a:t>
                </a:r>
                <a:r>
                  <a:rPr lang="ko-KR" altLang="en-US" sz="1400" dirty="0"/>
                  <a:t>법선 방향 성분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B0265D-1965-9132-5A9B-C17CB7AB6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98" y="2023027"/>
                <a:ext cx="5539102" cy="1927387"/>
              </a:xfrm>
              <a:prstGeom prst="rect">
                <a:avLst/>
              </a:prstGeom>
              <a:blipFill>
                <a:blip r:embed="rId3"/>
                <a:stretch>
                  <a:fillRect l="-660" t="-1899" b="-15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그룹 35">
            <a:extLst>
              <a:ext uri="{FF2B5EF4-FFF2-40B4-BE49-F238E27FC236}">
                <a16:creationId xmlns:a16="http://schemas.microsoft.com/office/drawing/2014/main" id="{A0D910FC-1778-77F6-3E20-58FBCBDC6B49}"/>
              </a:ext>
            </a:extLst>
          </p:cNvPr>
          <p:cNvGrpSpPr/>
          <p:nvPr/>
        </p:nvGrpSpPr>
        <p:grpSpPr>
          <a:xfrm>
            <a:off x="6096000" y="1887818"/>
            <a:ext cx="4634651" cy="3982551"/>
            <a:chOff x="6076430" y="2159325"/>
            <a:chExt cx="4634651" cy="3982551"/>
          </a:xfrm>
        </p:grpSpPr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82CE45F4-88D2-91FC-61E1-3074F8FAD002}"/>
                </a:ext>
              </a:extLst>
            </p:cNvPr>
            <p:cNvCxnSpPr>
              <a:cxnSpLocks/>
            </p:cNvCxnSpPr>
            <p:nvPr/>
          </p:nvCxnSpPr>
          <p:spPr>
            <a:xfrm>
              <a:off x="8092644" y="2159325"/>
              <a:ext cx="2514045" cy="1899017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6FBA079-B477-2EF8-2A93-BFDB13791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22643">
              <a:off x="6076430" y="5576504"/>
              <a:ext cx="565372" cy="565372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4092C5A-DDB6-67EF-CDB3-CD82A7424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2544" y="3377270"/>
              <a:ext cx="2558022" cy="2304072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5D1B9DE-146B-CAEC-5DF0-A95719930E9D}"/>
                </a:ext>
              </a:extLst>
            </p:cNvPr>
            <p:cNvSpPr/>
            <p:nvPr/>
          </p:nvSpPr>
          <p:spPr>
            <a:xfrm>
              <a:off x="9252909" y="3201589"/>
              <a:ext cx="207929" cy="2122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17872D2-396A-1EFF-20F1-A31B68C0B23E}"/>
                </a:ext>
              </a:extLst>
            </p:cNvPr>
            <p:cNvSpPr txBox="1"/>
            <p:nvPr/>
          </p:nvSpPr>
          <p:spPr>
            <a:xfrm>
              <a:off x="9529939" y="3142557"/>
              <a:ext cx="1181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기동하는 표적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A5F80C-73B1-698E-8BBA-3AFE3B11BF80}"/>
                </a:ext>
              </a:extLst>
            </p:cNvPr>
            <p:cNvSpPr txBox="1"/>
            <p:nvPr/>
          </p:nvSpPr>
          <p:spPr>
            <a:xfrm>
              <a:off x="8510259" y="4921641"/>
              <a:ext cx="22008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표적 기동을 보상하여 추적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962CC44-01B1-985F-C2F9-68599FB951BD}"/>
              </a:ext>
            </a:extLst>
          </p:cNvPr>
          <p:cNvGrpSpPr/>
          <p:nvPr/>
        </p:nvGrpSpPr>
        <p:grpSpPr>
          <a:xfrm>
            <a:off x="6742115" y="5010469"/>
            <a:ext cx="810527" cy="399366"/>
            <a:chOff x="6742115" y="5010469"/>
            <a:chExt cx="810527" cy="399366"/>
          </a:xfrm>
        </p:grpSpPr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06532B40-331A-DC33-9058-AE9FC309E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2115" y="5184727"/>
              <a:ext cx="494112" cy="22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FF12C36-0AB8-64D9-EB5F-CCCEC9BFE4BA}"/>
                    </a:ext>
                  </a:extLst>
                </p:cNvPr>
                <p:cNvSpPr txBox="1"/>
                <p:nvPr/>
              </p:nvSpPr>
              <p:spPr>
                <a:xfrm>
                  <a:off x="7209475" y="5010469"/>
                  <a:ext cx="34316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FF12C36-0AB8-64D9-EB5F-CCCEC9BFE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475" y="5010469"/>
                  <a:ext cx="343167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A412DED-94B8-4FE5-F202-52972FDAB98A}"/>
              </a:ext>
            </a:extLst>
          </p:cNvPr>
          <p:cNvGrpSpPr/>
          <p:nvPr/>
        </p:nvGrpSpPr>
        <p:grpSpPr>
          <a:xfrm>
            <a:off x="9449958" y="3111256"/>
            <a:ext cx="538859" cy="603654"/>
            <a:chOff x="9272479" y="3127965"/>
            <a:chExt cx="538859" cy="603654"/>
          </a:xfrm>
        </p:grpSpPr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0A454C01-B853-FDA5-C205-215BE09CC9F6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9272479" y="3127965"/>
              <a:ext cx="236215" cy="4166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C00EAA8-CA7B-BFC9-2EA1-9491D100473A}"/>
                    </a:ext>
                  </a:extLst>
                </p:cNvPr>
                <p:cNvSpPr txBox="1"/>
                <p:nvPr/>
              </p:nvSpPr>
              <p:spPr>
                <a:xfrm>
                  <a:off x="9372030" y="3454620"/>
                  <a:ext cx="43930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C00EAA8-CA7B-BFC9-2EA1-9491D1004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2030" y="3454620"/>
                  <a:ext cx="439308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A8A0B676-D416-50EA-DF40-C3C92B087E42}"/>
              </a:ext>
            </a:extLst>
          </p:cNvPr>
          <p:cNvGrpSpPr/>
          <p:nvPr/>
        </p:nvGrpSpPr>
        <p:grpSpPr>
          <a:xfrm>
            <a:off x="8657220" y="2498658"/>
            <a:ext cx="645709" cy="462508"/>
            <a:chOff x="8721148" y="2923784"/>
            <a:chExt cx="645709" cy="462508"/>
          </a:xfrm>
        </p:grpSpPr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1FA8DB7D-7D51-4DF2-842C-7155554D8385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 flipV="1">
              <a:off x="9118281" y="3141432"/>
              <a:ext cx="248576" cy="2448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5D9E748-9179-8C67-D806-37E59830670E}"/>
                    </a:ext>
                  </a:extLst>
                </p:cNvPr>
                <p:cNvSpPr txBox="1"/>
                <p:nvPr/>
              </p:nvSpPr>
              <p:spPr>
                <a:xfrm>
                  <a:off x="8721148" y="2923784"/>
                  <a:ext cx="439308" cy="285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5D9E748-9179-8C67-D806-37E5983067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1148" y="2923784"/>
                  <a:ext cx="439308" cy="28520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D5895C-00DB-C68A-661F-46930258FE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14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sp>
        <p:nvSpPr>
          <p:cNvPr id="16" name="직사각형 20">
            <a:extLst>
              <a:ext uri="{FF2B5EF4-FFF2-40B4-BE49-F238E27FC236}">
                <a16:creationId xmlns:a16="http://schemas.microsoft.com/office/drawing/2014/main" id="{10D8E934-EDCA-B53E-1C4C-A0C9361A554E}"/>
              </a:ext>
            </a:extLst>
          </p:cNvPr>
          <p:cNvSpPr/>
          <p:nvPr/>
        </p:nvSpPr>
        <p:spPr>
          <a:xfrm rot="13749290">
            <a:off x="9118826" y="2953159"/>
            <a:ext cx="184420" cy="166105"/>
          </a:xfrm>
          <a:custGeom>
            <a:avLst/>
            <a:gdLst>
              <a:gd name="csX0" fmla="*/ 0 w 204786"/>
              <a:gd name="csY0" fmla="*/ 704 h 233364"/>
              <a:gd name="csX1" fmla="*/ 203838 w 204786"/>
              <a:gd name="csY1" fmla="*/ 704 h 233364"/>
              <a:gd name="csX2" fmla="*/ 203838 w 204786"/>
              <a:gd name="csY2" fmla="*/ 233364 h 233364"/>
              <a:gd name="csX3" fmla="*/ 204786 w 204786"/>
              <a:gd name="csY3" fmla="*/ 0 h 233364"/>
              <a:gd name="csX4" fmla="*/ 0 w 204786"/>
              <a:gd name="csY4" fmla="*/ 704 h 233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4786" h="233364">
                <a:moveTo>
                  <a:pt x="0" y="704"/>
                </a:moveTo>
                <a:lnTo>
                  <a:pt x="203838" y="704"/>
                </a:lnTo>
                <a:lnTo>
                  <a:pt x="203838" y="233364"/>
                </a:lnTo>
                <a:cubicBezTo>
                  <a:pt x="204154" y="153989"/>
                  <a:pt x="204470" y="79375"/>
                  <a:pt x="204786" y="0"/>
                </a:cubicBezTo>
                <a:lnTo>
                  <a:pt x="0" y="704"/>
                </a:lnTo>
                <a:close/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50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758C0-9860-BA54-91D5-C7DFB24A1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C4239B6-3B38-370C-C1D7-90AA9BE19AB4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유도 기법</a:t>
            </a:r>
            <a:endParaRPr lang="en-US" altLang="ko-KR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7FFAB5C-3443-8D94-722E-5A5F6BEF883C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78AB36-5A8C-3AAD-4697-EC656FF10830}"/>
              </a:ext>
            </a:extLst>
          </p:cNvPr>
          <p:cNvSpPr/>
          <p:nvPr/>
        </p:nvSpPr>
        <p:spPr>
          <a:xfrm>
            <a:off x="604209" y="1522630"/>
            <a:ext cx="3641180" cy="2711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타겟 기동 보상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C37E3C-C13F-D92B-DE8D-433BFA27078A}"/>
                  </a:ext>
                </a:extLst>
              </p:cNvPr>
              <p:cNvSpPr txBox="1"/>
              <p:nvPr/>
            </p:nvSpPr>
            <p:spPr>
              <a:xfrm>
                <a:off x="556897" y="2023027"/>
                <a:ext cx="5576759" cy="4082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APN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600"/>
                  <a:t>기존 </a:t>
                </a:r>
                <a:r>
                  <a:rPr lang="en-US" altLang="ko-KR" sz="1600"/>
                  <a:t>PN </a:t>
                </a:r>
                <a:r>
                  <a:rPr lang="ko-KR" altLang="en-US" sz="1600"/>
                  <a:t>가이던스의 가정</a:t>
                </a:r>
                <a:endParaRPr lang="en-US" altLang="ko-KR" sz="16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ko-KR" altLang="en-US" sz="1400"/>
                  <a:t>추가적인 가속도나 제어 입력이 없음</a:t>
                </a:r>
                <a:endParaRPr lang="en-US" altLang="ko-KR" sz="14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𝑁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𝑍𝐸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𝑃𝑁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𝑔𝑜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sz="1400" b="0" i="1">
                  <a:latin typeface="Cambria Math" panose="02040503050406030204" pitchFamily="18" charset="0"/>
                </a:endParaRP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𝑍𝐸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𝑃𝑁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𝑔𝑜</m:t>
                        </m:r>
                      </m:sub>
                    </m:sSub>
                  </m:oMath>
                </a14:m>
                <a:endParaRPr lang="en-US" altLang="ko-KR" sz="14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600"/>
                  <a:t>표적이 일정한 횡가속도로 기동 </a:t>
                </a:r>
                <a:r>
                  <a:rPr lang="en-US" altLang="ko-KR" sz="1600">
                    <a:sym typeface="Wingdings" panose="05000000000000000000" pitchFamily="2" charset="2"/>
                  </a:rPr>
                  <a:t> </a:t>
                </a:r>
                <a:r>
                  <a:rPr lang="ko-KR" altLang="en-US" sz="1600">
                    <a:sym typeface="Wingdings" panose="05000000000000000000" pitchFamily="2" charset="2"/>
                  </a:rPr>
                  <a:t>추가 변위</a:t>
                </a:r>
                <a:endParaRPr lang="en-US" altLang="ko-KR" sz="160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𝑍𝐸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𝑔𝑜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𝑔𝑜</m:t>
                        </m:r>
                      </m:sub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ko-KR" sz="1400" i="1">
                  <a:latin typeface="Cambria Math" panose="02040503050406030204" pitchFamily="18" charset="0"/>
                </a:endParaRPr>
              </a:p>
              <a:p>
                <a:pPr lvl="2"/>
                <a14:m>
                  <m:oMathPara xmlns:m="http://schemas.openxmlformats.org/officeDocument/2006/math">
                    <m:oMath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𝑍𝐸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𝑃𝑁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𝑔𝑜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ko-KR" sz="140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sz="1600" b="0"/>
                  <a:t>최종식</a:t>
                </a:r>
                <a:endParaRPr lang="en-US" altLang="ko-KR" sz="1600" b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𝑎𝑢𝑔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𝑁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𝑍𝐸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𝐴𝑃𝑁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𝑔𝑜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𝑍𝐸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𝑃𝑁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𝑔𝑜</m:t>
                            </m:r>
                          </m:sub>
                          <m:sup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altLang="ko-KR" sz="1400" b="0" i="1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𝑁𝑍𝐸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𝑃𝑁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altLang="ko-KR" sz="1400" b="0"/>
                </a:b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𝑁</m:t>
                    </m:r>
                    <m:acc>
                      <m:accPr>
                        <m:chr m:val="̇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sSub>
                      <m:sSubPr>
                        <m:ctrlP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sz="1400" b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en-US" altLang="ko-KR" sz="14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C37E3C-C13F-D92B-DE8D-433BFA270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97" y="2023027"/>
                <a:ext cx="5576759" cy="4082528"/>
              </a:xfrm>
              <a:prstGeom prst="rect">
                <a:avLst/>
              </a:prstGeom>
              <a:blipFill>
                <a:blip r:embed="rId3"/>
                <a:stretch>
                  <a:fillRect l="-656" t="-8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3759DA-F5B3-0C48-2E76-9B5875B28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15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D252542-76E1-F920-D5A2-A81AC00B6B04}"/>
              </a:ext>
            </a:extLst>
          </p:cNvPr>
          <p:cNvGrpSpPr/>
          <p:nvPr/>
        </p:nvGrpSpPr>
        <p:grpSpPr>
          <a:xfrm>
            <a:off x="6737027" y="2080626"/>
            <a:ext cx="4634651" cy="3805513"/>
            <a:chOff x="6096000" y="2064856"/>
            <a:chExt cx="4634651" cy="3805513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E90E1BB-B258-B43A-4867-B298FDBFA5CD}"/>
                </a:ext>
              </a:extLst>
            </p:cNvPr>
            <p:cNvGrpSpPr/>
            <p:nvPr/>
          </p:nvGrpSpPr>
          <p:grpSpPr>
            <a:xfrm>
              <a:off x="6096000" y="2064856"/>
              <a:ext cx="4634651" cy="3805513"/>
              <a:chOff x="6076430" y="2336363"/>
              <a:chExt cx="4634651" cy="3805513"/>
            </a:xfrm>
          </p:grpSpPr>
          <p:cxnSp>
            <p:nvCxnSpPr>
              <p:cNvPr id="19" name="연결선: 구부러짐 18">
                <a:extLst>
                  <a:ext uri="{FF2B5EF4-FFF2-40B4-BE49-F238E27FC236}">
                    <a16:creationId xmlns:a16="http://schemas.microsoft.com/office/drawing/2014/main" id="{AABBE7E4-91BE-2DD5-D6F5-276762D6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6997" y="2336363"/>
                <a:ext cx="2605134" cy="1673736"/>
              </a:xfrm>
              <a:prstGeom prst="curvedConnector3">
                <a:avLst>
                  <a:gd name="adj1" fmla="val 51462"/>
                </a:avLst>
              </a:prstGeom>
              <a:ln>
                <a:solidFill>
                  <a:srgbClr val="FF0000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0DF1052-E2B5-663A-DB6D-C48F1BAD98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222643">
                <a:off x="6076430" y="5576504"/>
                <a:ext cx="565372" cy="565372"/>
              </a:xfrm>
              <a:prstGeom prst="rect">
                <a:avLst/>
              </a:prstGeom>
            </p:spPr>
          </p:pic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E2C1A487-2DB7-F31E-8FCE-FC2B1F032B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22544" y="3377270"/>
                <a:ext cx="2558022" cy="2304072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F2BE3CD9-2513-65FC-8868-0FD5447D255E}"/>
                  </a:ext>
                </a:extLst>
              </p:cNvPr>
              <p:cNvSpPr/>
              <p:nvPr/>
            </p:nvSpPr>
            <p:spPr>
              <a:xfrm>
                <a:off x="9252909" y="3201589"/>
                <a:ext cx="207929" cy="212258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675AD1-554A-F128-C45C-60B323A5D2D4}"/>
                  </a:ext>
                </a:extLst>
              </p:cNvPr>
              <p:cNvSpPr txBox="1"/>
              <p:nvPr/>
            </p:nvSpPr>
            <p:spPr>
              <a:xfrm>
                <a:off x="9529939" y="3142557"/>
                <a:ext cx="11811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/>
                  <a:t>기동하는 표적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11E4080-093E-632D-64AC-D42BEA4B81BC}"/>
                  </a:ext>
                </a:extLst>
              </p:cNvPr>
              <p:cNvSpPr txBox="1"/>
              <p:nvPr/>
            </p:nvSpPr>
            <p:spPr>
              <a:xfrm>
                <a:off x="8510259" y="4921641"/>
                <a:ext cx="22008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/>
                  <a:t>표적 기동을 보상하여 추적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5341C23-CE41-F4CF-FFFC-14D1C163123F}"/>
                </a:ext>
              </a:extLst>
            </p:cNvPr>
            <p:cNvGrpSpPr/>
            <p:nvPr/>
          </p:nvGrpSpPr>
          <p:grpSpPr>
            <a:xfrm>
              <a:off x="6742115" y="5010469"/>
              <a:ext cx="810527" cy="399366"/>
              <a:chOff x="6742115" y="5010469"/>
              <a:chExt cx="810527" cy="399366"/>
            </a:xfrm>
          </p:grpSpPr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BE9A49EC-78C0-41BE-3945-C7104E33AA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2115" y="5184727"/>
                <a:ext cx="494112" cy="2251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A834AD3-F266-9940-4818-B824E34A3C9F}"/>
                      </a:ext>
                    </a:extLst>
                  </p:cNvPr>
                  <p:cNvSpPr txBox="1"/>
                  <p:nvPr/>
                </p:nvSpPr>
                <p:spPr>
                  <a:xfrm>
                    <a:off x="7209475" y="5010469"/>
                    <a:ext cx="343167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FF12C36-0AB8-64D9-EB5F-CCCEC9BFE4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9475" y="5010469"/>
                    <a:ext cx="343167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896FC25-61D9-481F-1D71-B74411FE80BB}"/>
                </a:ext>
              </a:extLst>
            </p:cNvPr>
            <p:cNvGrpSpPr/>
            <p:nvPr/>
          </p:nvGrpSpPr>
          <p:grpSpPr>
            <a:xfrm>
              <a:off x="9449958" y="3111256"/>
              <a:ext cx="651817" cy="395123"/>
              <a:chOff x="9272479" y="3127965"/>
              <a:chExt cx="651817" cy="395123"/>
            </a:xfrm>
          </p:grpSpPr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18A37F1D-46A4-CBE8-46C7-AF0F83D77586}"/>
                  </a:ext>
                </a:extLst>
              </p:cNvPr>
              <p:cNvCxnSpPr>
                <a:cxnSpLocks/>
                <a:stCxn id="29" idx="5"/>
              </p:cNvCxnSpPr>
              <p:nvPr/>
            </p:nvCxnSpPr>
            <p:spPr>
              <a:xfrm>
                <a:off x="9272479" y="3127965"/>
                <a:ext cx="395835" cy="187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8EE15717-EAE2-B60A-9566-50C25CB33BBA}"/>
                      </a:ext>
                    </a:extLst>
                  </p:cNvPr>
                  <p:cNvSpPr txBox="1"/>
                  <p:nvPr/>
                </p:nvSpPr>
                <p:spPr>
                  <a:xfrm>
                    <a:off x="9484988" y="3246089"/>
                    <a:ext cx="43930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8EE15717-EAE2-B60A-9566-50C25CB33B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84988" y="3246089"/>
                    <a:ext cx="439308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AB297E6-45F0-569F-9F82-37F82D831E07}"/>
                </a:ext>
              </a:extLst>
            </p:cNvPr>
            <p:cNvGrpSpPr/>
            <p:nvPr/>
          </p:nvGrpSpPr>
          <p:grpSpPr>
            <a:xfrm>
              <a:off x="8657220" y="2498658"/>
              <a:ext cx="645709" cy="462508"/>
              <a:chOff x="8721148" y="2923784"/>
              <a:chExt cx="645709" cy="462508"/>
            </a:xfrm>
          </p:grpSpPr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0AB16901-68AE-02E4-EB18-7452690B41E9}"/>
                  </a:ext>
                </a:extLst>
              </p:cNvPr>
              <p:cNvCxnSpPr>
                <a:cxnSpLocks/>
                <a:stCxn id="29" idx="1"/>
              </p:cNvCxnSpPr>
              <p:nvPr/>
            </p:nvCxnSpPr>
            <p:spPr>
              <a:xfrm flipH="1" flipV="1">
                <a:off x="9118281" y="3141432"/>
                <a:ext cx="248576" cy="2448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B820A8FE-9583-A602-E94E-CCCA8FE5F341}"/>
                      </a:ext>
                    </a:extLst>
                  </p:cNvPr>
                  <p:cNvSpPr txBox="1"/>
                  <p:nvPr/>
                </p:nvSpPr>
                <p:spPr>
                  <a:xfrm>
                    <a:off x="8721148" y="2923784"/>
                    <a:ext cx="439308" cy="2852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B820A8FE-9583-A602-E94E-CCCA8FE5F3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21148" y="2923784"/>
                    <a:ext cx="439308" cy="28520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" name="직사각형 20">
              <a:extLst>
                <a:ext uri="{FF2B5EF4-FFF2-40B4-BE49-F238E27FC236}">
                  <a16:creationId xmlns:a16="http://schemas.microsoft.com/office/drawing/2014/main" id="{98A7FF8C-B134-0B04-EE12-0C075411042E}"/>
                </a:ext>
              </a:extLst>
            </p:cNvPr>
            <p:cNvSpPr/>
            <p:nvPr/>
          </p:nvSpPr>
          <p:spPr>
            <a:xfrm rot="13749290">
              <a:off x="9118826" y="2953159"/>
              <a:ext cx="184420" cy="166105"/>
            </a:xfrm>
            <a:custGeom>
              <a:avLst/>
              <a:gdLst>
                <a:gd name="csX0" fmla="*/ 0 w 204786"/>
                <a:gd name="csY0" fmla="*/ 704 h 233364"/>
                <a:gd name="csX1" fmla="*/ 203838 w 204786"/>
                <a:gd name="csY1" fmla="*/ 704 h 233364"/>
                <a:gd name="csX2" fmla="*/ 203838 w 204786"/>
                <a:gd name="csY2" fmla="*/ 233364 h 233364"/>
                <a:gd name="csX3" fmla="*/ 204786 w 204786"/>
                <a:gd name="csY3" fmla="*/ 0 h 233364"/>
                <a:gd name="csX4" fmla="*/ 0 w 204786"/>
                <a:gd name="csY4" fmla="*/ 704 h 233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4786" h="233364">
                  <a:moveTo>
                    <a:pt x="0" y="704"/>
                  </a:moveTo>
                  <a:lnTo>
                    <a:pt x="203838" y="704"/>
                  </a:lnTo>
                  <a:lnTo>
                    <a:pt x="203838" y="233364"/>
                  </a:lnTo>
                  <a:cubicBezTo>
                    <a:pt x="204154" y="153989"/>
                    <a:pt x="204470" y="79375"/>
                    <a:pt x="204786" y="0"/>
                  </a:cubicBezTo>
                  <a:lnTo>
                    <a:pt x="0" y="704"/>
                  </a:lnTo>
                  <a:close/>
                </a:path>
              </a:pathLst>
            </a:cu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279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61C5-AFA6-0AC3-6670-AE4FFE0C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7DC7C83-3F86-4A6C-2FE6-C774D0B47814}"/>
              </a:ext>
            </a:extLst>
          </p:cNvPr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추후 연구</a:t>
            </a:r>
            <a:endParaRPr lang="en-US" altLang="ko-KR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EF49C9-22F7-1727-0359-B6337A1FBAFE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90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9509880-4217-AD64-B6A6-A4C322B2205D}"/>
              </a:ext>
            </a:extLst>
          </p:cNvPr>
          <p:cNvGrpSpPr/>
          <p:nvPr/>
        </p:nvGrpSpPr>
        <p:grpSpPr>
          <a:xfrm>
            <a:off x="2446751" y="2215458"/>
            <a:ext cx="7295449" cy="3550718"/>
            <a:chOff x="617517" y="1965367"/>
            <a:chExt cx="7295449" cy="355071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58EDF7C-2D57-85A1-BAA9-4308BC29CB78}"/>
                </a:ext>
              </a:extLst>
            </p:cNvPr>
            <p:cNvGrpSpPr/>
            <p:nvPr/>
          </p:nvGrpSpPr>
          <p:grpSpPr>
            <a:xfrm>
              <a:off x="617517" y="1965367"/>
              <a:ext cx="3100241" cy="3550718"/>
              <a:chOff x="676894" y="2202873"/>
              <a:chExt cx="2113807" cy="3550718"/>
            </a:xfrm>
          </p:grpSpPr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E6D37EEB-1A1C-B78C-1300-59C6D1D26C18}"/>
                  </a:ext>
                </a:extLst>
              </p:cNvPr>
              <p:cNvSpPr/>
              <p:nvPr/>
            </p:nvSpPr>
            <p:spPr>
              <a:xfrm>
                <a:off x="676894" y="2202873"/>
                <a:ext cx="2113807" cy="3550718"/>
              </a:xfrm>
              <a:prstGeom prst="roundRect">
                <a:avLst>
                  <a:gd name="adj" fmla="val 9925"/>
                </a:avLst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</a:rPr>
                  <a:t>Classical PN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구현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</a:rPr>
                  <a:t>APN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구현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</a:rPr>
                  <a:t>타겟의 횡가속도는 알고 있다고 가정</a:t>
                </a:r>
              </a:p>
            </p:txBody>
          </p:sp>
          <p:sp>
            <p:nvSpPr>
              <p:cNvPr id="5" name="사각형: 둥근 위쪽 모서리 4">
                <a:extLst>
                  <a:ext uri="{FF2B5EF4-FFF2-40B4-BE49-F238E27FC236}">
                    <a16:creationId xmlns:a16="http://schemas.microsoft.com/office/drawing/2014/main" id="{4EAE4E7B-39F1-5C29-30AC-6DD4F0AA6D85}"/>
                  </a:ext>
                </a:extLst>
              </p:cNvPr>
              <p:cNvSpPr/>
              <p:nvPr/>
            </p:nvSpPr>
            <p:spPr>
              <a:xfrm>
                <a:off x="676894" y="2202873"/>
                <a:ext cx="2113807" cy="665017"/>
              </a:xfrm>
              <a:prstGeom prst="round2SameRect">
                <a:avLst>
                  <a:gd name="adj1" fmla="val 29464"/>
                  <a:gd name="adj2" fmla="val 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1. 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유도 기법 </a:t>
                </a:r>
                <a:br>
                  <a:rPr lang="en-US" altLang="ko-KR" sz="1600" dirty="0">
                    <a:solidFill>
                      <a:schemeClr val="tx1"/>
                    </a:solidFill>
                  </a:rPr>
                </a:br>
                <a:r>
                  <a:rPr lang="ko-KR" altLang="en-US" sz="1600" dirty="0">
                    <a:solidFill>
                      <a:schemeClr val="tx1"/>
                    </a:solidFill>
                  </a:rPr>
                  <a:t>설계 및 구현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9762BF0C-F2ED-C4E9-DCFE-0F01C084E1A9}"/>
                </a:ext>
              </a:extLst>
            </p:cNvPr>
            <p:cNvGrpSpPr/>
            <p:nvPr/>
          </p:nvGrpSpPr>
          <p:grpSpPr>
            <a:xfrm>
              <a:off x="4812725" y="1965367"/>
              <a:ext cx="3100241" cy="3550718"/>
              <a:chOff x="-1744060" y="2202873"/>
              <a:chExt cx="2113807" cy="3550718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B81E2417-011C-7D54-0636-FFFE515626E4}"/>
                  </a:ext>
                </a:extLst>
              </p:cNvPr>
              <p:cNvSpPr/>
              <p:nvPr/>
            </p:nvSpPr>
            <p:spPr>
              <a:xfrm>
                <a:off x="-1744060" y="2202873"/>
                <a:ext cx="2113807" cy="3550718"/>
              </a:xfrm>
              <a:prstGeom prst="roundRect">
                <a:avLst>
                  <a:gd name="adj" fmla="val 9925"/>
                </a:avLst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</a:rPr>
                  <a:t>타겟 가속도 추정 적용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</a:rPr>
                  <a:t>향후 </a:t>
                </a:r>
                <a:r>
                  <a:rPr lang="ko-KR" altLang="en-US" sz="1400" dirty="0" err="1">
                    <a:solidFill>
                      <a:schemeClr val="tx1"/>
                    </a:solidFill>
                  </a:rPr>
                  <a:t>고기동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 표적으로 확장</a:t>
                </a:r>
              </a:p>
            </p:txBody>
          </p:sp>
          <p:sp>
            <p:nvSpPr>
              <p:cNvPr id="24" name="사각형: 둥근 위쪽 모서리 23">
                <a:extLst>
                  <a:ext uri="{FF2B5EF4-FFF2-40B4-BE49-F238E27FC236}">
                    <a16:creationId xmlns:a16="http://schemas.microsoft.com/office/drawing/2014/main" id="{4C2E96E4-8D71-ED6B-621D-A0CF3F303D08}"/>
                  </a:ext>
                </a:extLst>
              </p:cNvPr>
              <p:cNvSpPr/>
              <p:nvPr/>
            </p:nvSpPr>
            <p:spPr>
              <a:xfrm>
                <a:off x="-1744060" y="2202873"/>
                <a:ext cx="2113807" cy="665017"/>
              </a:xfrm>
              <a:prstGeom prst="round2SameRect">
                <a:avLst>
                  <a:gd name="adj1" fmla="val 29464"/>
                  <a:gd name="adj2" fmla="val 0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 algn="ctr">
                  <a:buFont typeface="+mj-lt"/>
                  <a:buAutoNum type="arabicPeriod" startAt="2"/>
                </a:pPr>
                <a:r>
                  <a:rPr lang="ko-KR" altLang="en-US" sz="1600" dirty="0">
                    <a:solidFill>
                      <a:schemeClr val="tx1"/>
                    </a:solidFill>
                  </a:rPr>
                  <a:t>확장 연구</a:t>
                </a:r>
              </a:p>
            </p:txBody>
          </p:sp>
        </p:grp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D44139-688E-6F22-DFD7-5E861C9DA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46F252-E79B-4896-958A-BAE48D6F97CF}" type="slidenum">
              <a:rPr lang="ko-KR" altLang="en-US" smtClean="0"/>
              <a:pPr/>
              <a:t>16</a:t>
            </a:fld>
            <a:r>
              <a:rPr lang="ko-KR" altLang="en-US"/>
              <a:t> </a:t>
            </a:r>
            <a:r>
              <a:rPr lang="en-US" altLang="ko-KR"/>
              <a:t>/ 16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3539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1BB4178-BCF4-E8CB-BE33-5DD767F03F1A}"/>
              </a:ext>
            </a:extLst>
          </p:cNvPr>
          <p:cNvSpPr/>
          <p:nvPr/>
        </p:nvSpPr>
        <p:spPr>
          <a:xfrm>
            <a:off x="0" y="4233333"/>
            <a:ext cx="12192000" cy="262466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50263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</TotalTime>
  <Words>1639</Words>
  <Application>Microsoft Office PowerPoint</Application>
  <PresentationFormat>와이드스크린</PresentationFormat>
  <Paragraphs>205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Cambria Math</vt:lpstr>
      <vt:lpstr>Times New Roman</vt:lpstr>
      <vt:lpstr>Wingdings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강창범</cp:lastModifiedBy>
  <cp:revision>1</cp:revision>
  <cp:lastPrinted>2026-09-29T00:36:57Z</cp:lastPrinted>
  <dcterms:created xsi:type="dcterms:W3CDTF">2026-09-27T06:57:51Z</dcterms:created>
  <dcterms:modified xsi:type="dcterms:W3CDTF">2026-09-29T00:40:55Z</dcterms:modified>
</cp:coreProperties>
</file>